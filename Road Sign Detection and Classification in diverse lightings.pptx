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1" r:id="rId5"/>
    <p:sldId id="428" r:id="rId6"/>
    <p:sldId id="427" r:id="rId7"/>
    <p:sldId id="429" r:id="rId8"/>
    <p:sldId id="430" r:id="rId9"/>
    <p:sldId id="431" r:id="rId10"/>
    <p:sldId id="432" r:id="rId11"/>
    <p:sldId id="433" r:id="rId12"/>
    <p:sldId id="434" r:id="rId13"/>
  </p:sldIdLst>
  <p:sldSz cx="12192000" cy="6858000"/>
  <p:notesSz cx="6858000" cy="9144000"/>
  <p:embeddedFontLst>
    <p:embeddedFont>
      <p:font typeface="Proxima Nova Rg" panose="02000506030000020004" pitchFamily="2" charset="0"/>
      <p:regular r:id="rId16"/>
      <p:bold r:id="rId17"/>
      <p:italic r:id="rId18"/>
      <p:boldItalic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0822" autoAdjust="0"/>
  </p:normalViewPr>
  <p:slideViewPr>
    <p:cSldViewPr snapToGrid="0" snapToObjects="1">
      <p:cViewPr varScale="1">
        <p:scale>
          <a:sx n="115" d="100"/>
          <a:sy n="115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50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5BD2A-A97D-094A-8D3B-21A9E6A37617}" type="slidenum"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2A76C-E886-6A42-B8CD-C60BA58F0DF5}" type="datetimeFigureOut">
              <a:t>9/28/26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583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F062A-B138-3741-8B48-19ACC59FDA5A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32798-74E8-444A-A934-2294B8EA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0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5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532798-74E8-444A-A934-2294B8EA87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07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Proxima Nova Rg" panose="02000506030000020004" pitchFamily="50" charset="0"/>
              </a:defRPr>
            </a:lvl1pPr>
          </a:lstStyle>
          <a:p>
            <a:r>
              <a:rPr lang="en-US" dirty="0"/>
              <a:t>Intro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Proxima Nova Rg" panose="02000506030000020004" pitchFamily="50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45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pos="6243" userDrawn="1">
          <p15:clr>
            <a:srgbClr val="FBAE40"/>
          </p15:clr>
        </p15:guide>
        <p15:guide id="4" orient="horz" pos="584" userDrawn="1">
          <p15:clr>
            <a:srgbClr val="FBAE40"/>
          </p15:clr>
        </p15:guide>
        <p15:guide id="5" orient="horz" pos="2744" userDrawn="1">
          <p15:clr>
            <a:srgbClr val="FBAE40"/>
          </p15:clr>
        </p15:guide>
        <p15:guide id="6" orient="horz" pos="99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680" r="5495" b="15282"/>
          <a:stretch/>
        </p:blipFill>
        <p:spPr>
          <a:xfrm>
            <a:off x="3259724" y="144966"/>
            <a:ext cx="87538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- Monogram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230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243" userDrawn="1">
          <p15:clr>
            <a:srgbClr val="FBAE40"/>
          </p15:clr>
        </p15:guide>
        <p15:guide id="2" orient="horz" pos="584" userDrawn="1">
          <p15:clr>
            <a:srgbClr val="FBAE40"/>
          </p15:clr>
        </p15:guide>
        <p15:guide id="3" orient="horz" pos="991" userDrawn="1">
          <p15:clr>
            <a:srgbClr val="FBAE40"/>
          </p15:clr>
        </p15:guide>
        <p15:guide id="4" pos="483" userDrawn="1">
          <p15:clr>
            <a:srgbClr val="FBAE40"/>
          </p15:clr>
        </p15:guide>
        <p15:guide id="5" orient="horz" pos="2558" userDrawn="1">
          <p15:clr>
            <a:srgbClr val="FBAE40"/>
          </p15:clr>
        </p15:guide>
        <p15:guide id="6" orient="horz" pos="27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Picture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 userDrawn="1"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603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991" userDrawn="1">
          <p15:clr>
            <a:srgbClr val="FBAE40"/>
          </p15:clr>
        </p15:guide>
        <p15:guide id="3" orient="horz" pos="584" userDrawn="1">
          <p15:clr>
            <a:srgbClr val="FBAE40"/>
          </p15:clr>
        </p15:guide>
        <p15:guide id="4" orient="horz" pos="2550" userDrawn="1">
          <p15:clr>
            <a:srgbClr val="FBAE40"/>
          </p15:clr>
        </p15:guide>
        <p15:guide id="5" orient="horz" pos="2744" userDrawn="1">
          <p15:clr>
            <a:srgbClr val="FBAE40"/>
          </p15:clr>
        </p15:guide>
        <p15:guide id="6" pos="62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Gradient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0000">
                <a:srgbClr val="328A5E">
                  <a:alpha val="78000"/>
                </a:srgbClr>
              </a:gs>
              <a:gs pos="100000">
                <a:schemeClr val="accent2">
                  <a:lumMod val="60000"/>
                  <a:lumOff val="40000"/>
                  <a:alpha val="60000"/>
                </a:schemeClr>
              </a:gs>
              <a:gs pos="36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 Picture Background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 userDrawn="1"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782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2546" userDrawn="1">
          <p15:clr>
            <a:srgbClr val="FBAE40"/>
          </p15:clr>
        </p15:guide>
        <p15:guide id="3" pos="6243" userDrawn="1">
          <p15:clr>
            <a:srgbClr val="FBAE40"/>
          </p15:clr>
        </p15:guide>
        <p15:guide id="4" orient="horz" pos="584" userDrawn="1">
          <p15:clr>
            <a:srgbClr val="FBAE40"/>
          </p15:clr>
        </p15:guide>
        <p15:guide id="5" orient="horz" pos="991" userDrawn="1">
          <p15:clr>
            <a:srgbClr val="FBAE40"/>
          </p15:clr>
        </p15:guide>
        <p15:guide id="6" orient="horz" pos="2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9000">
                <a:schemeClr val="accent3"/>
              </a:gs>
              <a:gs pos="29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588678"/>
            <a:ext cx="12192000" cy="26932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2068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584" userDrawn="1">
          <p15:clr>
            <a:srgbClr val="FBAE40"/>
          </p15:clr>
        </p15:guide>
        <p15:guide id="4" orient="horz" pos="991" userDrawn="1">
          <p15:clr>
            <a:srgbClr val="FBAE40"/>
          </p15:clr>
        </p15:guide>
        <p15:guide id="5" orient="horz" pos="2550" userDrawn="1">
          <p15:clr>
            <a:srgbClr val="FBAE40"/>
          </p15:clr>
        </p15:guide>
        <p15:guide id="6" orient="horz" pos="2744" userDrawn="1">
          <p15:clr>
            <a:srgbClr val="FBAE40"/>
          </p15:clr>
        </p15:guide>
        <p15:guide id="7" pos="62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51" y="1893768"/>
            <a:ext cx="9149800" cy="3930960"/>
          </a:xfrm>
        </p:spPr>
        <p:txBody>
          <a:bodyPr/>
          <a:lstStyle>
            <a:lvl1pPr marL="457178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914354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2pPr>
            <a:lvl3pPr marL="1257238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3pPr>
            <a:lvl4pPr marL="1714414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4pPr>
            <a:lvl5pPr marL="2171592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553" y="927106"/>
            <a:ext cx="9149799" cy="4500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6E5B7-9C36-8C48-82D2-06CDA969C61C}"/>
              </a:ext>
            </a:extLst>
          </p:cNvPr>
          <p:cNvCxnSpPr>
            <a:cxnSpLocks/>
          </p:cNvCxnSpPr>
          <p:nvPr userDrawn="1"/>
        </p:nvCxnSpPr>
        <p:spPr>
          <a:xfrm flipH="1">
            <a:off x="762552" y="15960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88AB329A-D2E1-4246-AA52-3B7FD857F1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551" y="6066372"/>
            <a:ext cx="2474976" cy="27499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411355" y="5976244"/>
            <a:ext cx="6500999" cy="365125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744981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915" userDrawn="1">
          <p15:clr>
            <a:srgbClr val="FBAE40"/>
          </p15:clr>
        </p15:guide>
        <p15:guide id="3" orient="horz" pos="1194" userDrawn="1">
          <p15:clr>
            <a:srgbClr val="FBAE40"/>
          </p15:clr>
        </p15:guide>
        <p15:guide id="4" orient="horz" pos="3973" userDrawn="1">
          <p15:clr>
            <a:srgbClr val="FBAE40"/>
          </p15:clr>
        </p15:guide>
        <p15:guide id="5" pos="6244" userDrawn="1">
          <p15:clr>
            <a:srgbClr val="FBAE40"/>
          </p15:clr>
        </p15:guide>
        <p15:guide id="6" orient="horz" pos="58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61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259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3A1AF-5960-D84C-9B0A-309532AD9D0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222627"/>
            <a:ext cx="0" cy="358521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557325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7322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Objectives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36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0" userDrawn="1">
          <p15:clr>
            <a:srgbClr val="FBAE40"/>
          </p15:clr>
        </p15:guide>
        <p15:guide id="2" pos="339" userDrawn="1">
          <p15:clr>
            <a:srgbClr val="FBAE40"/>
          </p15:clr>
        </p15:guide>
        <p15:guide id="4" pos="3837" userDrawn="1">
          <p15:clr>
            <a:srgbClr val="FBAE40"/>
          </p15:clr>
        </p15:guide>
        <p15:guide id="5" pos="7159" userDrawn="1">
          <p15:clr>
            <a:srgbClr val="FBAE40"/>
          </p15:clr>
        </p15:guide>
        <p15:guide id="6" pos="7225" userDrawn="1">
          <p15:clr>
            <a:srgbClr val="FBAE40"/>
          </p15:clr>
        </p15:guide>
        <p15:guide id="7" orient="horz" pos="4252" userDrawn="1">
          <p15:clr>
            <a:srgbClr val="FBAE40"/>
          </p15:clr>
        </p15:guide>
        <p15:guide id="8" orient="horz" pos="1372" userDrawn="1">
          <p15:clr>
            <a:srgbClr val="FBAE40"/>
          </p15:clr>
        </p15:guide>
        <p15:guide id="9" pos="635" userDrawn="1">
          <p15:clr>
            <a:srgbClr val="FBAE40"/>
          </p15:clr>
        </p15:guide>
        <p15:guide id="10" pos="3549" userDrawn="1">
          <p15:clr>
            <a:srgbClr val="FBAE40"/>
          </p15:clr>
        </p15:guide>
        <p15:guide id="11" pos="4135" userDrawn="1">
          <p15:clr>
            <a:srgbClr val="FBAE40"/>
          </p15:clr>
        </p15:guide>
        <p15:guide id="12" pos="7039" userDrawn="1">
          <p15:clr>
            <a:srgbClr val="FBAE40"/>
          </p15:clr>
        </p15:guide>
        <p15:guide id="13" orient="horz" pos="3659" userDrawn="1">
          <p15:clr>
            <a:srgbClr val="FBAE40"/>
          </p15:clr>
        </p15:guide>
        <p15:guide id="14" orient="horz" pos="4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9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 userDrawn="1">
          <p15:clr>
            <a:srgbClr val="FBAE40"/>
          </p15:clr>
        </p15:guide>
        <p15:guide id="2" orient="horz" pos="436" userDrawn="1">
          <p15:clr>
            <a:srgbClr val="FBAE40"/>
          </p15:clr>
        </p15:guide>
        <p15:guide id="3" pos="339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orient="horz" pos="1033" userDrawn="1">
          <p15:clr>
            <a:srgbClr val="FBAE40"/>
          </p15:clr>
        </p15:guide>
        <p15:guide id="7" orient="horz" pos="3778" userDrawn="1">
          <p15:clr>
            <a:srgbClr val="FBAE40"/>
          </p15:clr>
        </p15:guide>
        <p15:guide id="8" orient="horz" pos="4252" userDrawn="1">
          <p15:clr>
            <a:srgbClr val="FBAE40"/>
          </p15:clr>
        </p15:guide>
        <p15:guide id="9" pos="703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Two Columns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52764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 baseline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63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 userDrawn="1">
          <p15:clr>
            <a:srgbClr val="FBAE40"/>
          </p15:clr>
        </p15:guide>
        <p15:guide id="2" pos="339" userDrawn="1">
          <p15:clr>
            <a:srgbClr val="FBAE40"/>
          </p15:clr>
        </p15:guide>
        <p15:guide id="3" orient="horz" pos="3778" userDrawn="1">
          <p15:clr>
            <a:srgbClr val="FBAE40"/>
          </p15:clr>
        </p15:guide>
        <p15:guide id="4" orient="horz" pos="1033" userDrawn="1">
          <p15:clr>
            <a:srgbClr val="FBAE40"/>
          </p15:clr>
        </p15:guide>
        <p15:guide id="5" orient="horz" pos="432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pos="3685" userDrawn="1">
          <p15:clr>
            <a:srgbClr val="FBAE40"/>
          </p15:clr>
        </p15:guide>
        <p15:guide id="8" pos="3999" userDrawn="1">
          <p15:clr>
            <a:srgbClr val="FBAE40"/>
          </p15:clr>
        </p15:guide>
        <p15:guide id="9" pos="7159" userDrawn="1">
          <p15:clr>
            <a:srgbClr val="FBAE40"/>
          </p15:clr>
        </p15:guide>
        <p15:guide id="10" pos="70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5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aseline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Three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3113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9861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62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4020" userDrawn="1">
          <p15:clr>
            <a:srgbClr val="FBAE40"/>
          </p15:clr>
        </p15:guide>
        <p15:guide id="3" orient="horz" pos="1033" userDrawn="1">
          <p15:clr>
            <a:srgbClr val="FBAE40"/>
          </p15:clr>
        </p15:guide>
        <p15:guide id="4" orient="horz" pos="432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pos="7159" userDrawn="1">
          <p15:clr>
            <a:srgbClr val="FBAE40"/>
          </p15:clr>
        </p15:guide>
        <p15:guide id="7" pos="2407" userDrawn="1">
          <p15:clr>
            <a:srgbClr val="FBAE40"/>
          </p15:clr>
        </p15:guide>
        <p15:guide id="8" pos="2804" userDrawn="1">
          <p15:clr>
            <a:srgbClr val="FBAE40"/>
          </p15:clr>
        </p15:guide>
        <p15:guide id="9" pos="4879" userDrawn="1">
          <p15:clr>
            <a:srgbClr val="FBAE40"/>
          </p15:clr>
        </p15:guide>
        <p15:guide id="10" pos="5269" userDrawn="1">
          <p15:clr>
            <a:srgbClr val="FBAE40"/>
          </p15:clr>
        </p15:guide>
        <p15:guide id="11" orient="horz" pos="4252" userDrawn="1">
          <p15:clr>
            <a:srgbClr val="FBAE40"/>
          </p15:clr>
        </p15:guide>
        <p15:guide id="12" pos="703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2pPr>
            <a:lvl3pPr marL="914354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3pPr>
            <a:lvl4pPr marL="1371532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4pPr>
            <a:lvl5pPr marL="1828709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23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19" userDrawn="1">
          <p15:clr>
            <a:srgbClr val="FBAE40"/>
          </p15:clr>
        </p15:guide>
        <p15:guide id="3" orient="horz" pos="4252" userDrawn="1">
          <p15:clr>
            <a:srgbClr val="FBAE40"/>
          </p15:clr>
        </p15:guide>
        <p15:guide id="4" orient="horz" pos="4020" userDrawn="1">
          <p15:clr>
            <a:srgbClr val="FBAE40"/>
          </p15:clr>
        </p15:guide>
        <p15:guide id="5" orient="horz" pos="1033" userDrawn="1">
          <p15:clr>
            <a:srgbClr val="FBAE40"/>
          </p15:clr>
        </p15:guide>
        <p15:guide id="6" orient="horz" pos="432" userDrawn="1">
          <p15:clr>
            <a:srgbClr val="FBAE40"/>
          </p15:clr>
        </p15:guide>
        <p15:guide id="7" pos="339" userDrawn="1">
          <p15:clr>
            <a:srgbClr val="FBAE40"/>
          </p15:clr>
        </p15:guide>
        <p15:guide id="8" pos="1907" userDrawn="1">
          <p15:clr>
            <a:srgbClr val="FBAE40"/>
          </p15:clr>
        </p15:guide>
        <p15:guide id="9" pos="2152" userDrawn="1">
          <p15:clr>
            <a:srgbClr val="FBAE40"/>
          </p15:clr>
        </p15:guide>
        <p15:guide id="10" pos="3964" userDrawn="1">
          <p15:clr>
            <a:srgbClr val="FBAE40"/>
          </p15:clr>
        </p15:guide>
        <p15:guide id="11" pos="5531" userDrawn="1">
          <p15:clr>
            <a:srgbClr val="FBAE40"/>
          </p15:clr>
        </p15:guide>
        <p15:guide id="12" pos="5777" userDrawn="1">
          <p15:clr>
            <a:srgbClr val="FBAE40"/>
          </p15:clr>
        </p15:guide>
        <p15:guide id="13" pos="7159" userDrawn="1">
          <p15:clr>
            <a:srgbClr val="FBAE40"/>
          </p15:clr>
        </p15:guide>
        <p15:guide id="14" pos="7344" userDrawn="1">
          <p15:clr>
            <a:srgbClr val="FBAE40"/>
          </p15:clr>
        </p15:guide>
        <p15:guide id="15" pos="703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4979776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right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r>
              <a:rPr lang="en-US" dirty="0"/>
              <a:t>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249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32" userDrawn="1">
          <p15:clr>
            <a:srgbClr val="FBAE40"/>
          </p15:clr>
        </p15:guide>
        <p15:guide id="3" orient="horz" pos="1033" userDrawn="1">
          <p15:clr>
            <a:srgbClr val="FBAE40"/>
          </p15:clr>
        </p15:guide>
        <p15:guide id="4" orient="horz" pos="4020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pos="3473" userDrawn="1">
          <p15:clr>
            <a:srgbClr val="FBAE40"/>
          </p15:clr>
        </p15:guide>
        <p15:guide id="7" pos="7159" userDrawn="1">
          <p15:clr>
            <a:srgbClr val="FBAE40"/>
          </p15:clr>
        </p15:guide>
        <p15:guide id="8" orient="horz" pos="42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8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033" userDrawn="1">
          <p15:clr>
            <a:srgbClr val="FBAE40"/>
          </p15:clr>
        </p15:guide>
        <p15:guide id="4" pos="7159" userDrawn="1">
          <p15:clr>
            <a:srgbClr val="FBAE40"/>
          </p15:clr>
        </p15:guide>
        <p15:guide id="5" pos="7276" userDrawn="1">
          <p15:clr>
            <a:srgbClr val="FBAE40"/>
          </p15:clr>
        </p15:guide>
        <p15:guide id="6" pos="4135" userDrawn="1">
          <p15:clr>
            <a:srgbClr val="FBAE40"/>
          </p15:clr>
        </p15:guide>
        <p15:guide id="7" orient="horz" pos="4024" userDrawn="1">
          <p15:clr>
            <a:srgbClr val="FBAE40"/>
          </p15:clr>
        </p15:guide>
        <p15:guide id="8" orient="horz" pos="4252" userDrawn="1">
          <p15:clr>
            <a:srgbClr val="FBAE40"/>
          </p15:clr>
        </p15:guide>
        <p15:guide id="9" pos="339" userDrawn="1">
          <p15:clr>
            <a:srgbClr val="FBAE40"/>
          </p15:clr>
        </p15:guide>
        <p15:guide id="10" pos="703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5"/>
            <a:ext cx="11119267" cy="158075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/>
            </a:lvl2pPr>
            <a:lvl3pPr marL="914354" indent="0">
              <a:lnSpc>
                <a:spcPct val="100000"/>
              </a:lnSpc>
              <a:buNone/>
              <a:defRPr/>
            </a:lvl3pPr>
            <a:lvl4pPr marL="1371532" indent="0">
              <a:lnSpc>
                <a:spcPct val="100000"/>
              </a:lnSpc>
              <a:buNone/>
              <a:defRPr/>
            </a:lvl4pPr>
            <a:lvl5pPr marL="1828709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Horizontal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7"/>
            <a:ext cx="12192000" cy="296397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63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159" userDrawn="1">
          <p15:clr>
            <a:srgbClr val="FBAE40"/>
          </p15:clr>
        </p15:guide>
        <p15:guide id="4" pos="7344" userDrawn="1">
          <p15:clr>
            <a:srgbClr val="FBAE40"/>
          </p15:clr>
        </p15:guide>
        <p15:guide id="5" pos="7039" userDrawn="1">
          <p15:clr>
            <a:srgbClr val="FBAE40"/>
          </p15:clr>
        </p15:guide>
        <p15:guide id="6" orient="horz" pos="1033" userDrawn="1">
          <p15:clr>
            <a:srgbClr val="FBAE40"/>
          </p15:clr>
        </p15:guide>
        <p15:guide id="7" orient="horz" pos="432" userDrawn="1">
          <p15:clr>
            <a:srgbClr val="FBAE40"/>
          </p15:clr>
        </p15:guide>
        <p15:guide id="8" orient="horz" pos="2033" userDrawn="1">
          <p15:clr>
            <a:srgbClr val="FBAE40"/>
          </p15:clr>
        </p15:guide>
        <p15:guide id="9" orient="horz" pos="425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181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991" userDrawn="1">
          <p15:clr>
            <a:srgbClr val="FBAE40"/>
          </p15:clr>
        </p15:guide>
        <p15:guide id="3" orient="horz" pos="584" userDrawn="1">
          <p15:clr>
            <a:srgbClr val="FBAE40"/>
          </p15:clr>
        </p15:guide>
        <p15:guide id="4" orient="horz" pos="2550" userDrawn="1">
          <p15:clr>
            <a:srgbClr val="FBAE40"/>
          </p15:clr>
        </p15:guide>
        <p15:guide id="5" orient="horz" pos="2744" userDrawn="1">
          <p15:clr>
            <a:srgbClr val="FBAE40"/>
          </p15:clr>
        </p15:guide>
        <p15:guide id="6" pos="624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EE52DBA-0B5D-5C4F-BA21-9A50C1ADD9B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3" y="1876586"/>
            <a:ext cx="9150351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- Monogram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3" y="4356261"/>
            <a:ext cx="9150351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650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584" userDrawn="1">
          <p15:clr>
            <a:srgbClr val="FBAE40"/>
          </p15:clr>
        </p15:guide>
        <p15:guide id="3" orient="horz" pos="991" userDrawn="1">
          <p15:clr>
            <a:srgbClr val="FBAE40"/>
          </p15:clr>
        </p15:guide>
        <p15:guide id="4" orient="horz" pos="2550" userDrawn="1">
          <p15:clr>
            <a:srgbClr val="FBAE40"/>
          </p15:clr>
        </p15:guide>
        <p15:guide id="5" orient="horz" pos="2744" userDrawn="1">
          <p15:clr>
            <a:srgbClr val="FBAE40"/>
          </p15:clr>
        </p15:guide>
        <p15:guide id="6" pos="624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71B4D-8ED0-0B45-92CD-A27082105A38}"/>
              </a:ext>
            </a:extLst>
          </p:cNvPr>
          <p:cNvSpPr txBox="1"/>
          <p:nvPr userDrawn="1"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639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991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pos="6244" userDrawn="1">
          <p15:clr>
            <a:srgbClr val="FBAE40"/>
          </p15:clr>
        </p15:guide>
        <p15:guide id="4" orient="horz" pos="2550" userDrawn="1">
          <p15:clr>
            <a:srgbClr val="FBAE40"/>
          </p15:clr>
        </p15:guide>
        <p15:guide id="5" orient="horz" pos="275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B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937598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Boss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365" y="1976916"/>
            <a:ext cx="3602311" cy="363569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6597" y="2506679"/>
            <a:ext cx="5545755" cy="339026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6597" y="2904792"/>
            <a:ext cx="5545755" cy="28543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6597" y="3350677"/>
            <a:ext cx="5545755" cy="2261928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 userDrawn="1"/>
        </p:nvCxnSpPr>
        <p:spPr>
          <a:xfrm flipH="1">
            <a:off x="4366596" y="238508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34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5" userDrawn="1">
          <p15:clr>
            <a:srgbClr val="FBAE40"/>
          </p15:clr>
        </p15:guide>
        <p15:guide id="2" pos="6244" userDrawn="1">
          <p15:clr>
            <a:srgbClr val="FBAE40"/>
          </p15:clr>
        </p15:guide>
        <p15:guide id="3" orient="horz" pos="1499" userDrawn="1">
          <p15:clr>
            <a:srgbClr val="FBAE40"/>
          </p15:clr>
        </p15:guide>
        <p15:guide id="4" orient="horz" pos="440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orient="horz" pos="4252" userDrawn="1">
          <p15:clr>
            <a:srgbClr val="FBAE40"/>
          </p15:clr>
        </p15:guide>
        <p15:guide id="7" orient="horz" pos="3532" userDrawn="1">
          <p15:clr>
            <a:srgbClr val="FBAE40"/>
          </p15:clr>
        </p15:guide>
        <p15:guide id="8" pos="7159" userDrawn="1">
          <p15:clr>
            <a:srgbClr val="FBAE40"/>
          </p15:clr>
        </p15:guide>
        <p15:guide id="9" orient="horz" pos="1576" userDrawn="1">
          <p15:clr>
            <a:srgbClr val="FBAE40"/>
          </p15:clr>
        </p15:guide>
        <p15:guide id="10" pos="2743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- 2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298411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Meet the Team - 2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3028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7228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7228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7228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 userDrawn="1"/>
        </p:nvCxnSpPr>
        <p:spPr>
          <a:xfrm flipH="1">
            <a:off x="3043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AE08200-0919-354A-B310-E1D281B289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4609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B2B4F39-16C6-E841-B350-5DC46939C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8809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0C973AA0-7B20-DF40-86C2-6C2E1095A8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8809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D3C700E-8DCB-8A43-AE2A-44BE7DEF77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8809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FD2488-DB5A-8246-9846-57E401E9BA55}"/>
              </a:ext>
            </a:extLst>
          </p:cNvPr>
          <p:cNvCxnSpPr>
            <a:cxnSpLocks/>
          </p:cNvCxnSpPr>
          <p:nvPr userDrawn="1"/>
        </p:nvCxnSpPr>
        <p:spPr>
          <a:xfrm flipH="1">
            <a:off x="814462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77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169" userDrawn="1">
          <p15:clr>
            <a:srgbClr val="FBAE40"/>
          </p15:clr>
        </p15:guide>
        <p15:guide id="3" orient="horz" pos="4252" userDrawn="1">
          <p15:clr>
            <a:srgbClr val="FBAE40"/>
          </p15:clr>
        </p15:guide>
        <p15:guide id="4" orient="horz" pos="3812" userDrawn="1">
          <p15:clr>
            <a:srgbClr val="FBAE40"/>
          </p15:clr>
        </p15:guide>
        <p15:guide id="5" pos="856" userDrawn="1">
          <p15:clr>
            <a:srgbClr val="FBAE40"/>
          </p15:clr>
        </p15:guide>
        <p15:guide id="6" pos="6827" userDrawn="1">
          <p15:clr>
            <a:srgbClr val="FBAE40"/>
          </p15:clr>
        </p15:guide>
        <p15:guide id="7" pos="3608" userDrawn="1">
          <p15:clr>
            <a:srgbClr val="FBAE40"/>
          </p15:clr>
        </p15:guide>
        <p15:guide id="8" pos="4067" userDrawn="1">
          <p15:clr>
            <a:srgbClr val="FBAE40"/>
          </p15:clr>
        </p15:guide>
        <p15:guide id="9" orient="horz" pos="432" userDrawn="1">
          <p15:clr>
            <a:srgbClr val="FBAE40"/>
          </p15:clr>
        </p15:guide>
        <p15:guide id="10" pos="7159" userDrawn="1">
          <p15:clr>
            <a:srgbClr val="FBAE40"/>
          </p15:clr>
        </p15:guide>
        <p15:guide id="11" orient="horz" pos="2507" userDrawn="1">
          <p15:clr>
            <a:srgbClr val="FBAE40"/>
          </p15:clr>
        </p15:guide>
        <p15:guide id="12" orient="horz" pos="258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- 3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5" y="476722"/>
            <a:ext cx="1061023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- 3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902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814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814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14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 userDrawn="1"/>
        </p:nvCxnSpPr>
        <p:spPr>
          <a:xfrm flipH="1">
            <a:off x="2049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018D83C-D9C2-164A-BAA0-1693A29FDD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66041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45E3436-75BA-6C4F-A3AD-0512FCA25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5157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6D1318F-1B29-794A-A5C4-2F2878439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45157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AB2693E-0F42-5943-9CDE-F764D6F16B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45157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F0BD70-16B4-3E45-A3A1-01D7F662B1EF}"/>
              </a:ext>
            </a:extLst>
          </p:cNvPr>
          <p:cNvCxnSpPr>
            <a:cxnSpLocks/>
          </p:cNvCxnSpPr>
          <p:nvPr userDrawn="1"/>
        </p:nvCxnSpPr>
        <p:spPr>
          <a:xfrm flipH="1">
            <a:off x="5606056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3726E9E4-6602-B84C-B4B2-0A06C5C093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74134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F66B470-33A4-8C40-A0C1-FE0405F739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46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A41CD59-4E6B-FA4F-B0A1-887D849863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2046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63735AA2-BC8E-9945-91B9-5618B63B50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46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468785-BF21-9F4B-8797-82A8D19E9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918136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72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169" userDrawn="1">
          <p15:clr>
            <a:srgbClr val="FBAE40"/>
          </p15:clr>
        </p15:guide>
        <p15:guide id="3" pos="339" userDrawn="1">
          <p15:clr>
            <a:srgbClr val="FBAE40"/>
          </p15:clr>
        </p15:guide>
        <p15:guide id="4" orient="horz" pos="4252" userDrawn="1">
          <p15:clr>
            <a:srgbClr val="FBAE40"/>
          </p15:clr>
        </p15:guide>
        <p15:guide id="5" orient="horz" pos="2507" userDrawn="1">
          <p15:clr>
            <a:srgbClr val="FBAE40"/>
          </p15:clr>
        </p15:guide>
        <p15:guide id="6" orient="horz" pos="2584" userDrawn="1">
          <p15:clr>
            <a:srgbClr val="FBAE40"/>
          </p15:clr>
        </p15:guide>
        <p15:guide id="7" pos="7023" userDrawn="1">
          <p15:clr>
            <a:srgbClr val="FBAE40"/>
          </p15:clr>
        </p15:guide>
        <p15:guide id="8" pos="7159" userDrawn="1">
          <p15:clr>
            <a:srgbClr val="FBAE40"/>
          </p15:clr>
        </p15:guide>
        <p15:guide id="9" pos="5176" userDrawn="1">
          <p15:clr>
            <a:srgbClr val="FBAE40"/>
          </p15:clr>
        </p15:guide>
        <p15:guide id="10" pos="687" userDrawn="1">
          <p15:clr>
            <a:srgbClr val="FBAE40"/>
          </p15:clr>
        </p15:guide>
        <p15:guide id="11" pos="2533" userDrawn="1">
          <p15:clr>
            <a:srgbClr val="FBAE40"/>
          </p15:clr>
        </p15:guide>
        <p15:guide id="12" pos="1601" userDrawn="1">
          <p15:clr>
            <a:srgbClr val="FBAE40"/>
          </p15:clr>
        </p15:guide>
        <p15:guide id="13" pos="6108" userDrawn="1">
          <p15:clr>
            <a:srgbClr val="FBAE40"/>
          </p15:clr>
        </p15:guide>
        <p15:guide id="14" orient="horz" pos="432" userDrawn="1">
          <p15:clr>
            <a:srgbClr val="FBAE40"/>
          </p15:clr>
        </p15:guide>
        <p15:guide id="15" orient="horz" pos="38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- 5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- 5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8163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8163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163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 userDrawn="1"/>
        </p:nvCxnSpPr>
        <p:spPr>
          <a:xfrm flipH="1">
            <a:off x="95398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F1A0F53-E7C2-F847-BBBD-4A9805F308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5927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B481680-9ED9-5F4B-9DBC-8AFFDE9DEE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08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E5F11699-2468-D548-80EB-F0189B19DF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808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6C57E762-522E-DD40-9331-80B0111F9C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808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E1DE42-CB13-524B-A1A4-0658DBEB2E95}"/>
              </a:ext>
            </a:extLst>
          </p:cNvPr>
          <p:cNvCxnSpPr>
            <a:cxnSpLocks/>
          </p:cNvCxnSpPr>
          <p:nvPr userDrawn="1"/>
        </p:nvCxnSpPr>
        <p:spPr>
          <a:xfrm flipH="1">
            <a:off x="327390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B8145BBC-2BA8-0E41-A2B1-D82CE406F9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0387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D174840-C8B7-DB4F-9862-1CC77E6040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7800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294F2042-0B27-4741-B017-1BD06113BE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7800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8094B37-C635-4F4B-BD71-46406B02D1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7800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C8C11F-1C92-F24A-B4AC-D6EBEBE6E53A}"/>
              </a:ext>
            </a:extLst>
          </p:cNvPr>
          <p:cNvCxnSpPr>
            <a:cxnSpLocks/>
          </p:cNvCxnSpPr>
          <p:nvPr userDrawn="1"/>
        </p:nvCxnSpPr>
        <p:spPr>
          <a:xfrm flipH="1">
            <a:off x="5593832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148B1993-955A-F849-AEC7-F4BB70CC87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01499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B7D55A6B-6006-B24D-B3C4-C24F157804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499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7DD43118-8AE4-3840-B0F7-3D4A9DAA11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01499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9527BE04-9D0E-4B4D-AD97-C40E3D8F8A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01499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F92F2D-F465-0F46-948D-809D7102C224}"/>
              </a:ext>
            </a:extLst>
          </p:cNvPr>
          <p:cNvCxnSpPr>
            <a:cxnSpLocks/>
          </p:cNvCxnSpPr>
          <p:nvPr userDrawn="1"/>
        </p:nvCxnSpPr>
        <p:spPr>
          <a:xfrm flipH="1">
            <a:off x="7917324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34E4767E-3447-1F41-A340-7C55E6A9F65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82261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9D338BB9-4D26-4F44-970D-8600E8FF63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2615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330753E-E042-CF45-95CF-2F97180FD9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22615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C2CD3CD8-8E82-4B42-A04F-CF2FC38CF9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2615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20B97F-95CE-E54A-B092-ED9F885DD00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38436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94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355" userDrawn="1">
          <p15:clr>
            <a:srgbClr val="FBAE40"/>
          </p15:clr>
        </p15:guide>
        <p15:guide id="3" orient="horz" pos="2431" userDrawn="1">
          <p15:clr>
            <a:srgbClr val="FBAE40"/>
          </p15:clr>
        </p15:guide>
        <p15:guide id="4" orient="horz" pos="3947" userDrawn="1">
          <p15:clr>
            <a:srgbClr val="FBAE40"/>
          </p15:clr>
        </p15:guide>
        <p15:guide id="5" orient="horz" pos="4252" userDrawn="1">
          <p15:clr>
            <a:srgbClr val="FBAE40"/>
          </p15:clr>
        </p15:guide>
        <p15:guide id="6" orient="horz" pos="1135" userDrawn="1">
          <p15:clr>
            <a:srgbClr val="FBAE40"/>
          </p15:clr>
        </p15:guide>
        <p15:guide id="7" pos="339" userDrawn="1">
          <p15:clr>
            <a:srgbClr val="FBAE40"/>
          </p15:clr>
        </p15:guide>
        <p15:guide id="8" pos="7344" userDrawn="1">
          <p15:clr>
            <a:srgbClr val="FBAE40"/>
          </p15:clr>
        </p15:guide>
        <p15:guide id="9" pos="7159" userDrawn="1">
          <p15:clr>
            <a:srgbClr val="FBAE40"/>
          </p15:clr>
        </p15:guide>
        <p15:guide id="10" pos="6184" userDrawn="1">
          <p15:clr>
            <a:srgbClr val="FBAE40"/>
          </p15:clr>
        </p15:guide>
        <p15:guide id="11" pos="1499" userDrawn="1">
          <p15:clr>
            <a:srgbClr val="FBAE40"/>
          </p15:clr>
        </p15:guide>
        <p15:guide id="12" pos="1804" userDrawn="1">
          <p15:clr>
            <a:srgbClr val="FBAE40"/>
          </p15:clr>
        </p15:guide>
        <p15:guide id="13" pos="2956" userDrawn="1">
          <p15:clr>
            <a:srgbClr val="FBAE40"/>
          </p15:clr>
        </p15:guide>
        <p15:guide id="14" pos="3261" userDrawn="1">
          <p15:clr>
            <a:srgbClr val="FBAE40"/>
          </p15:clr>
        </p15:guide>
        <p15:guide id="15" pos="4423" userDrawn="1">
          <p15:clr>
            <a:srgbClr val="FBAE40"/>
          </p15:clr>
        </p15:guide>
        <p15:guide id="16" pos="4727" userDrawn="1">
          <p15:clr>
            <a:srgbClr val="FBAE40"/>
          </p15:clr>
        </p15:guide>
        <p15:guide id="17" pos="5879" userDrawn="1">
          <p15:clr>
            <a:srgbClr val="FBAE40"/>
          </p15:clr>
        </p15:guide>
        <p15:guide id="18" pos="7039" userDrawn="1">
          <p15:clr>
            <a:srgbClr val="FBAE40"/>
          </p15:clr>
        </p15:guide>
        <p15:guide id="19" orient="horz" pos="43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1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48129" y="1660419"/>
            <a:ext cx="6897785" cy="436020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53550" y="1595976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13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0" userDrawn="1">
          <p15:clr>
            <a:srgbClr val="FBAE40"/>
          </p15:clr>
        </p15:guide>
        <p15:guide id="2" orient="horz" pos="1033" userDrawn="1">
          <p15:clr>
            <a:srgbClr val="FBAE40"/>
          </p15:clr>
        </p15:guide>
        <p15:guide id="3" orient="horz" pos="4252" userDrawn="1">
          <p15:clr>
            <a:srgbClr val="FBAE40"/>
          </p15:clr>
        </p15:guide>
        <p15:guide id="4" pos="339" userDrawn="1">
          <p15:clr>
            <a:srgbClr val="FBAE40"/>
          </p15:clr>
        </p15:guide>
        <p15:guide id="5" pos="7159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pos="7039" userDrawn="1">
          <p15:clr>
            <a:srgbClr val="FBAE40"/>
          </p15:clr>
        </p15:guide>
        <p15:guide id="8" pos="4684" userDrawn="1">
          <p15:clr>
            <a:srgbClr val="FBAE40"/>
          </p15:clr>
        </p15:guide>
        <p15:guide id="9" pos="4904" userDrawn="1">
          <p15:clr>
            <a:srgbClr val="FBAE40"/>
          </p15:clr>
        </p15:guide>
        <p15:guide id="10" orient="horz" pos="43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2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54077" y="1645670"/>
            <a:ext cx="6868771" cy="4351336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5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94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3" userDrawn="1">
          <p15:clr>
            <a:srgbClr val="FBAE40"/>
          </p15:clr>
        </p15:guide>
        <p15:guide id="2" pos="7159" userDrawn="1">
          <p15:clr>
            <a:srgbClr val="FBAE40"/>
          </p15:clr>
        </p15:guide>
        <p15:guide id="3" orient="horz" pos="4252" userDrawn="1">
          <p15:clr>
            <a:srgbClr val="FBAE40"/>
          </p15:clr>
        </p15:guide>
        <p15:guide id="4" orient="horz" pos="432" userDrawn="1">
          <p15:clr>
            <a:srgbClr val="FBAE40"/>
          </p15:clr>
        </p15:guide>
        <p15:guide id="5" orient="horz" pos="3778" userDrawn="1">
          <p15:clr>
            <a:srgbClr val="FBAE40"/>
          </p15:clr>
        </p15:guide>
        <p15:guide id="6" pos="339" userDrawn="1">
          <p15:clr>
            <a:srgbClr val="FBAE40"/>
          </p15:clr>
        </p15:guide>
        <p15:guide id="7" pos="2771" userDrawn="1">
          <p15:clr>
            <a:srgbClr val="FBAE40"/>
          </p15:clr>
        </p15:guide>
        <p15:guide id="8" pos="2999" userDrawn="1">
          <p15:clr>
            <a:srgbClr val="FBAE40"/>
          </p15:clr>
        </p15:guide>
        <p15:guide id="9" pos="7039" userDrawn="1">
          <p15:clr>
            <a:srgbClr val="FBAE40"/>
          </p15:clr>
        </p15:guide>
        <p15:guide id="10" pos="7319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3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776509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Click icon to add </a:t>
            </a:r>
            <a:r>
              <a:rPr lang="en-US" dirty="0" err="1"/>
              <a:t>tableS</a:t>
            </a:r>
            <a:endParaRPr lang="en-US" dirty="0"/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2581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7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54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4252" userDrawn="1">
          <p15:clr>
            <a:srgbClr val="FBAE40"/>
          </p15:clr>
        </p15:guide>
        <p15:guide id="3" orient="horz" pos="432" userDrawn="1">
          <p15:clr>
            <a:srgbClr val="FBAE40"/>
          </p15:clr>
        </p15:guide>
        <p15:guide id="4" orient="horz" pos="3778" userDrawn="1">
          <p15:clr>
            <a:srgbClr val="FBAE40"/>
          </p15:clr>
        </p15:guide>
        <p15:guide id="5" orient="horz" pos="1033" userDrawn="1">
          <p15:clr>
            <a:srgbClr val="FBAE40"/>
          </p15:clr>
        </p15:guide>
        <p15:guide id="6" pos="7159" userDrawn="1">
          <p15:clr>
            <a:srgbClr val="FBAE40"/>
          </p15:clr>
        </p15:guide>
        <p15:guide id="7" pos="7039" userDrawn="1">
          <p15:clr>
            <a:srgbClr val="FBAE40"/>
          </p15:clr>
        </p15:guide>
        <p15:guide id="8" pos="7344" userDrawn="1">
          <p15:clr>
            <a:srgbClr val="FBAE40"/>
          </p15:clr>
        </p15:guide>
        <p15:guide id="9" pos="2779" userDrawn="1">
          <p15:clr>
            <a:srgbClr val="FBAE40"/>
          </p15:clr>
        </p15:guide>
        <p15:guide id="10" pos="3007" userDrawn="1">
          <p15:clr>
            <a:srgbClr val="FBAE40"/>
          </p15:clr>
        </p15:guide>
        <p15:guide id="11" pos="5455" userDrawn="1">
          <p15:clr>
            <a:srgbClr val="FBAE40"/>
          </p15:clr>
        </p15:guide>
        <p15:guide id="12" pos="568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792089" y="1645670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0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0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 userDrawn="1">
          <p15:clr>
            <a:srgbClr val="FBAE40"/>
          </p15:clr>
        </p15:guide>
        <p15:guide id="2" orient="horz" pos="4252" userDrawn="1">
          <p15:clr>
            <a:srgbClr val="FBAE40"/>
          </p15:clr>
        </p15:guide>
        <p15:guide id="3" pos="339" userDrawn="1">
          <p15:clr>
            <a:srgbClr val="FBAE40"/>
          </p15:clr>
        </p15:guide>
        <p15:guide id="4" orient="horz" pos="432" userDrawn="1">
          <p15:clr>
            <a:srgbClr val="FBAE40"/>
          </p15:clr>
        </p15:guide>
        <p15:guide id="5" pos="7039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pos="4684" userDrawn="1">
          <p15:clr>
            <a:srgbClr val="FBAE40"/>
          </p15:clr>
        </p15:guide>
        <p15:guide id="8" pos="4904" userDrawn="1">
          <p15:clr>
            <a:srgbClr val="FBAE40"/>
          </p15:clr>
        </p15:guide>
        <p15:guide id="9" orient="horz" pos="1033" userDrawn="1">
          <p15:clr>
            <a:srgbClr val="FBAE40"/>
          </p15:clr>
        </p15:guide>
        <p15:guide id="10" orient="horz" pos="3778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96E531A0-92C3-364A-A62C-092C6DA655C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754076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4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4252" userDrawn="1">
          <p15:clr>
            <a:srgbClr val="FBAE40"/>
          </p15:clr>
        </p15:guide>
        <p15:guide id="3" pos="7039" userDrawn="1">
          <p15:clr>
            <a:srgbClr val="FBAE40"/>
          </p15:clr>
        </p15:guide>
        <p15:guide id="4" pos="7159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orient="horz" pos="3778" userDrawn="1">
          <p15:clr>
            <a:srgbClr val="FBAE40"/>
          </p15:clr>
        </p15:guide>
        <p15:guide id="7" orient="horz" pos="1033" userDrawn="1">
          <p15:clr>
            <a:srgbClr val="FBAE40"/>
          </p15:clr>
        </p15:guide>
        <p15:guide id="8" orient="horz" pos="432" userDrawn="1">
          <p15:clr>
            <a:srgbClr val="FBAE40"/>
          </p15:clr>
        </p15:guide>
        <p15:guide id="9" pos="2771" userDrawn="1">
          <p15:clr>
            <a:srgbClr val="FBAE40"/>
          </p15:clr>
        </p15:guide>
        <p15:guide id="10" pos="299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3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374F2BC2-8C3A-6249-AB96-BD5ED2EEC0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76511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63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4252" userDrawn="1">
          <p15:clr>
            <a:srgbClr val="FBAE40"/>
          </p15:clr>
        </p15:guide>
        <p15:guide id="3" pos="7159" userDrawn="1">
          <p15:clr>
            <a:srgbClr val="FBAE40"/>
          </p15:clr>
        </p15:guide>
        <p15:guide id="4" pos="7039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orient="horz" pos="3778" userDrawn="1">
          <p15:clr>
            <a:srgbClr val="FBAE40"/>
          </p15:clr>
        </p15:guide>
        <p15:guide id="7" orient="horz" pos="1033" userDrawn="1">
          <p15:clr>
            <a:srgbClr val="FBAE40"/>
          </p15:clr>
        </p15:guide>
        <p15:guide id="8" orient="horz" pos="432" userDrawn="1">
          <p15:clr>
            <a:srgbClr val="FBAE40"/>
          </p15:clr>
        </p15:guide>
        <p15:guide id="9" pos="2779" userDrawn="1">
          <p15:clr>
            <a:srgbClr val="FBAE40"/>
          </p15:clr>
        </p15:guide>
        <p15:guide id="10" pos="3007" userDrawn="1">
          <p15:clr>
            <a:srgbClr val="FBAE40"/>
          </p15:clr>
        </p15:guide>
        <p15:guide id="11" pos="5455" userDrawn="1">
          <p15:clr>
            <a:srgbClr val="FBAE40"/>
          </p15:clr>
        </p15:guide>
        <p15:guide id="12" pos="568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SWOT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927" y="2873929"/>
            <a:ext cx="2358264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178C06-CDE8-6B4D-AE79-44B6A32FB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1073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1553AF-8C1F-B344-9898-52841A7BB9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21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CDFF35E-9476-0E4E-93EF-E59390DAF5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7372" y="2878143"/>
            <a:ext cx="2358269" cy="3119437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65419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2911" y="1990853"/>
            <a:ext cx="2358268" cy="604710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80402" y="1988619"/>
            <a:ext cx="2378201" cy="60694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 userDrawn="1"/>
        </p:nvCxnSpPr>
        <p:spPr>
          <a:xfrm>
            <a:off x="3201425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CF75A2-1D3C-6246-B540-552A648A25F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85741"/>
            <a:ext cx="8965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7EAF87-CC91-2A47-8A15-27762B512FBF}"/>
              </a:ext>
            </a:extLst>
          </p:cNvPr>
          <p:cNvCxnSpPr>
            <a:cxnSpLocks/>
          </p:cNvCxnSpPr>
          <p:nvPr userDrawn="1"/>
        </p:nvCxnSpPr>
        <p:spPr>
          <a:xfrm>
            <a:off x="9005224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4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</a:t>
            </a:r>
            <a:r>
              <a:rPr lang="en-GB" dirty="0">
                <a:latin typeface="Proxima Nova Rg" panose="02000506030000020004" pitchFamily="2" charset="0"/>
              </a:rPr>
              <a:t>apply</a:t>
            </a:r>
            <a:r>
              <a:rPr lang="en-GB" dirty="0"/>
              <a:t>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86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15" userDrawn="1">
          <p15:clr>
            <a:srgbClr val="FBAE40"/>
          </p15:clr>
        </p15:guide>
        <p15:guide id="2" orient="horz" pos="1813" userDrawn="1">
          <p15:clr>
            <a:srgbClr val="FBAE40"/>
          </p15:clr>
        </p15:guide>
        <p15:guide id="3" pos="339" userDrawn="1">
          <p15:clr>
            <a:srgbClr val="FBAE40"/>
          </p15:clr>
        </p15:guide>
        <p15:guide id="4" pos="7159" userDrawn="1">
          <p15:clr>
            <a:srgbClr val="FBAE40"/>
          </p15:clr>
        </p15:guide>
        <p15:guide id="5" pos="7039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432" userDrawn="1">
          <p15:clr>
            <a:srgbClr val="FBAE40"/>
          </p15:clr>
        </p15:guide>
        <p15:guide id="9" orient="horz" pos="3778" userDrawn="1">
          <p15:clr>
            <a:srgbClr val="FBAE40"/>
          </p15:clr>
        </p15:guide>
        <p15:guide id="10" orient="horz" pos="1635" userDrawn="1">
          <p15:clr>
            <a:srgbClr val="FBAE40"/>
          </p15:clr>
        </p15:guide>
        <p15:guide id="11" orient="horz" pos="1254" userDrawn="1">
          <p15:clr>
            <a:srgbClr val="FBAE40"/>
          </p15:clr>
        </p15:guide>
        <p15:guide id="12" orient="horz" pos="4252" userDrawn="1">
          <p15:clr>
            <a:srgbClr val="FBAE40"/>
          </p15:clr>
        </p15:guide>
        <p15:guide id="13" pos="1839" userDrawn="1">
          <p15:clr>
            <a:srgbClr val="FBAE40"/>
          </p15:clr>
        </p15:guide>
        <p15:guide id="14" pos="2185" userDrawn="1">
          <p15:clr>
            <a:srgbClr val="FBAE40"/>
          </p15:clr>
        </p15:guide>
        <p15:guide id="15" pos="3668" userDrawn="1">
          <p15:clr>
            <a:srgbClr val="FBAE40"/>
          </p15:clr>
        </p15:guide>
        <p15:guide id="16" pos="5507" userDrawn="1">
          <p15:clr>
            <a:srgbClr val="FBAE40"/>
          </p15:clr>
        </p15:guide>
        <p15:guide id="17" pos="584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S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925972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PEST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8089" y="1882464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887429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927" y="3031847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7927" y="4176265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6360" y="5320684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7927" y="2847664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1AE01-0A53-D74B-8BE4-E6490CE5C583}"/>
              </a:ext>
            </a:extLst>
          </p:cNvPr>
          <p:cNvCxnSpPr>
            <a:cxnSpLocks/>
          </p:cNvCxnSpPr>
          <p:nvPr userDrawn="1"/>
        </p:nvCxnSpPr>
        <p:spPr>
          <a:xfrm flipH="1">
            <a:off x="557927" y="3999957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5501F-60A1-6745-A84A-F8EC2892729A}"/>
              </a:ext>
            </a:extLst>
          </p:cNvPr>
          <p:cNvCxnSpPr>
            <a:cxnSpLocks/>
          </p:cNvCxnSpPr>
          <p:nvPr userDrawn="1"/>
        </p:nvCxnSpPr>
        <p:spPr>
          <a:xfrm flipH="1">
            <a:off x="557927" y="5137381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3455D8F-754F-F744-9774-4115CF132E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28089" y="3034757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C42B7F4-16A0-EB4B-9A61-205EEA8D87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28089" y="4179906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5CE8B1B-51DA-AE48-ADBD-6D16542AE6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28089" y="5329959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24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39" userDrawn="1">
          <p15:clr>
            <a:srgbClr val="FBAE40"/>
          </p15:clr>
        </p15:guide>
        <p15:guide id="2" orient="horz" pos="3837" userDrawn="1">
          <p15:clr>
            <a:srgbClr val="FBAE40"/>
          </p15:clr>
        </p15:guide>
        <p15:guide id="3" pos="7159" userDrawn="1">
          <p15:clr>
            <a:srgbClr val="FBAE40"/>
          </p15:clr>
        </p15:guide>
        <p15:guide id="4" pos="339" userDrawn="1">
          <p15:clr>
            <a:srgbClr val="FBAE40"/>
          </p15:clr>
        </p15:guide>
        <p15:guide id="5" pos="1880" userDrawn="1">
          <p15:clr>
            <a:srgbClr val="FBAE40"/>
          </p15:clr>
        </p15:guide>
        <p15:guide id="6" pos="2092" userDrawn="1">
          <p15:clr>
            <a:srgbClr val="FBAE40"/>
          </p15:clr>
        </p15:guide>
        <p15:guide id="7" pos="7344" userDrawn="1">
          <p15:clr>
            <a:srgbClr val="FBAE40"/>
          </p15:clr>
        </p15:guide>
        <p15:guide id="8" orient="horz" pos="3354" userDrawn="1">
          <p15:clr>
            <a:srgbClr val="FBAE40"/>
          </p15:clr>
        </p15:guide>
        <p15:guide id="9" orient="horz" pos="3117" userDrawn="1">
          <p15:clr>
            <a:srgbClr val="FBAE40"/>
          </p15:clr>
        </p15:guide>
        <p15:guide id="10" orient="horz" pos="2634" userDrawn="1">
          <p15:clr>
            <a:srgbClr val="FBAE40"/>
          </p15:clr>
        </p15:guide>
        <p15:guide id="11" orient="horz" pos="2397" userDrawn="1">
          <p15:clr>
            <a:srgbClr val="FBAE40"/>
          </p15:clr>
        </p15:guide>
        <p15:guide id="12" orient="horz" pos="1906" userDrawn="1">
          <p15:clr>
            <a:srgbClr val="FBAE40"/>
          </p15:clr>
        </p15:guide>
        <p15:guide id="13" orient="horz" pos="1677" userDrawn="1">
          <p15:clr>
            <a:srgbClr val="FBAE40"/>
          </p15:clr>
        </p15:guide>
        <p15:guide id="14" orient="horz" pos="1186" userDrawn="1">
          <p15:clr>
            <a:srgbClr val="FBAE40"/>
          </p15:clr>
        </p15:guide>
        <p15:guide id="15" orient="horz" pos="432" userDrawn="1">
          <p15:clr>
            <a:srgbClr val="FBAE40"/>
          </p15:clr>
        </p15:guide>
        <p15:guide id="16" orient="horz" pos="425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6186C-701A-BC45-AC88-392EAFC5BB8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09226592"/>
              </p:ext>
            </p:extLst>
          </p:nvPr>
        </p:nvGraphicFramePr>
        <p:xfrm>
          <a:off x="817760" y="1531933"/>
          <a:ext cx="10837893" cy="4669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5105">
                  <a:extLst>
                    <a:ext uri="{9D8B030D-6E8A-4147-A177-3AD203B41FA5}">
                      <a16:colId xmlns:a16="http://schemas.microsoft.com/office/drawing/2014/main" val="5981043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4168066833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0410059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11855810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63548254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33900521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4059563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49573802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8399602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91852449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56993632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11072268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50500902"/>
                    </a:ext>
                  </a:extLst>
                </a:gridCol>
              </a:tblGrid>
              <a:tr h="618332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Apr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Aug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Sep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Oct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Nov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Dec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971151"/>
                  </a:ext>
                </a:extLst>
              </a:tr>
              <a:tr h="4051430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24781"/>
                  </a:ext>
                </a:extLst>
              </a:tr>
            </a:tbl>
          </a:graphicData>
        </a:graphic>
      </p:graphicFrame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95867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Gantt Chart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884DB4-8724-2444-AC73-01BDA7C1B2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359" y="200990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D305F03-5586-5E4F-81F2-236A9DB36A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81565" y="3052038"/>
            <a:ext cx="3910361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4DB0538-1629-4B42-A56E-318B4C7952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359" y="253136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75659CF-3622-2743-851F-8923DB01AF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89038" y="3574264"/>
            <a:ext cx="298852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B7ABE6A-4FF3-9543-84D7-72D8B9B04E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6359" y="3052812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CE93C9B-BDFA-DA48-9722-93E7AC19B4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60029" y="4102225"/>
            <a:ext cx="7036264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7FE31FF-EFEA-774A-B412-A17BCCF5651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359" y="3574264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06182F5-CA73-9548-8C9E-778C0D79C2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2383" y="4617168"/>
            <a:ext cx="4832196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E7B252-5204-C54B-B2AB-728EAAD287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6359" y="4095716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6352348-FB9A-0C4E-AC97-1B51444891A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81564" y="5138620"/>
            <a:ext cx="5332965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8E1BFD4-3A5E-8641-9D2F-00409E3793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6359" y="5660073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6AA6E42-ABF6-0042-B39E-9D863B855B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1737" y="5660073"/>
            <a:ext cx="645283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A47D090-BD26-A34F-A587-274164E562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6359" y="461716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6E947712-F350-C94B-A96E-F9EF11B0DC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6359" y="513862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55B41E2F-B664-B64E-A6F2-0F2A19DCC05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19706" y="2539082"/>
            <a:ext cx="565738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E61344E7-7C91-2348-832A-A007EEA0A3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868360" y="2011556"/>
            <a:ext cx="4277293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63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4252" userDrawn="1">
          <p15:clr>
            <a:srgbClr val="FBAE40"/>
          </p15:clr>
        </p15:guide>
        <p15:guide id="3" pos="7159" userDrawn="1">
          <p15:clr>
            <a:srgbClr val="FBAE40"/>
          </p15:clr>
        </p15:guide>
        <p15:guide id="4" pos="7039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orient="horz" pos="3905" userDrawn="1">
          <p15:clr>
            <a:srgbClr val="FBAE40"/>
          </p15:clr>
        </p15:guide>
        <p15:guide id="7" orient="horz" pos="966" userDrawn="1">
          <p15:clr>
            <a:srgbClr val="FBAE40"/>
          </p15:clr>
        </p15:guide>
        <p15:guide id="8" pos="788" userDrawn="1">
          <p15:clr>
            <a:srgbClr val="FBAE40"/>
          </p15:clr>
        </p15:guide>
        <p15:guide id="9" orient="horz" pos="4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1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432" userDrawn="1">
          <p15:clr>
            <a:srgbClr val="FBAE40"/>
          </p15:clr>
        </p15:guide>
        <p15:guide id="3" pos="7159" userDrawn="1">
          <p15:clr>
            <a:srgbClr val="FBAE40"/>
          </p15:clr>
        </p15:guide>
        <p15:guide id="4" pos="7039" userDrawn="1">
          <p15:clr>
            <a:srgbClr val="FBAE40"/>
          </p15:clr>
        </p15:guide>
        <p15:guide id="5" pos="7344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-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2442410"/>
            <a:ext cx="3420932" cy="3420000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5431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145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38936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23860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438936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823860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4"/>
          <p:cNvSpPr>
            <a:spLocks noGrp="1"/>
          </p:cNvSpPr>
          <p:nvPr>
            <p:ph type="body" sz="quarter" idx="24"/>
          </p:nvPr>
        </p:nvSpPr>
        <p:spPr>
          <a:xfrm>
            <a:off x="438936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4"/>
          <p:cNvSpPr>
            <a:spLocks noGrp="1"/>
          </p:cNvSpPr>
          <p:nvPr>
            <p:ph type="body" sz="quarter" idx="25"/>
          </p:nvPr>
        </p:nvSpPr>
        <p:spPr>
          <a:xfrm>
            <a:off x="823860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99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2" userDrawn="1">
          <p15:clr>
            <a:srgbClr val="FBAE40"/>
          </p15:clr>
        </p15:guide>
        <p15:guide id="2" pos="339" userDrawn="1">
          <p15:clr>
            <a:srgbClr val="FBAE40"/>
          </p15:clr>
        </p15:guide>
        <p15:guide id="3" orient="horz" pos="3789" userDrawn="1">
          <p15:clr>
            <a:srgbClr val="FBAE40"/>
          </p15:clr>
        </p15:guide>
        <p15:guide id="4" pos="7159" userDrawn="1">
          <p15:clr>
            <a:srgbClr val="FBAE40"/>
          </p15:clr>
        </p15:guide>
        <p15:guide id="5" pos="7039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432" userDrawn="1">
          <p15:clr>
            <a:srgbClr val="FBAE40"/>
          </p15:clr>
        </p15:guide>
        <p15:guide id="8" pos="2491" userDrawn="1">
          <p15:clr>
            <a:srgbClr val="FBAE40"/>
          </p15:clr>
        </p15:guide>
        <p15:guide id="9" pos="2761" userDrawn="1">
          <p15:clr>
            <a:srgbClr val="FBAE40"/>
          </p15:clr>
        </p15:guide>
        <p15:guide id="10" pos="4921" userDrawn="1">
          <p15:clr>
            <a:srgbClr val="FBAE40"/>
          </p15:clr>
        </p15:guide>
        <p15:guide id="11" pos="5192" userDrawn="1">
          <p15:clr>
            <a:srgbClr val="FBAE40"/>
          </p15:clr>
        </p15:guide>
        <p15:guide id="12" orient="horz" pos="425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- 4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5" name="Triangle 4"/>
            <p:cNvSpPr/>
            <p:nvPr/>
          </p:nvSpPr>
          <p:spPr>
            <a:xfrm rot="5400000">
              <a:off x="6059966" y="1923372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9" name="Group 8"/>
          <p:cNvGrpSpPr/>
          <p:nvPr userDrawn="1"/>
        </p:nvGrpSpPr>
        <p:grpSpPr>
          <a:xfrm rot="10800000">
            <a:off x="542925" y="3749587"/>
            <a:ext cx="5430947" cy="2287958"/>
            <a:chOff x="6227654" y="1665288"/>
            <a:chExt cx="5430946" cy="2369060"/>
          </a:xfrm>
          <a:solidFill>
            <a:schemeClr val="accent5"/>
          </a:solidFill>
        </p:grpSpPr>
        <p:sp>
          <p:nvSpPr>
            <p:cNvPr id="10" name="Rectangle 9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Triangle 10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0800000">
            <a:off x="6030965" y="3939994"/>
            <a:ext cx="5627639" cy="2097557"/>
            <a:chOff x="542925" y="1665288"/>
            <a:chExt cx="5754191" cy="2170112"/>
          </a:xfrm>
          <a:solidFill>
            <a:schemeClr val="accent2"/>
          </a:solidFill>
        </p:grpSpPr>
        <p:sp>
          <p:nvSpPr>
            <p:cNvPr id="13" name="Rectangle 12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4" name="Triangle 13"/>
            <p:cNvSpPr/>
            <p:nvPr/>
          </p:nvSpPr>
          <p:spPr>
            <a:xfrm rot="5400000">
              <a:off x="6055866" y="1923370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982281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6667009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9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4252" userDrawn="1">
          <p15:clr>
            <a:srgbClr val="FBAE40"/>
          </p15:clr>
        </p15:guide>
        <p15:guide id="3" orient="horz" pos="3803" userDrawn="1">
          <p15:clr>
            <a:srgbClr val="FBAE40"/>
          </p15:clr>
        </p15:guide>
        <p15:guide id="4" orient="horz" pos="1050" userDrawn="1">
          <p15:clr>
            <a:srgbClr val="FBAE40"/>
          </p15:clr>
        </p15:guide>
        <p15:guide id="5" pos="3752" userDrawn="1">
          <p15:clr>
            <a:srgbClr val="FBAE40"/>
          </p15:clr>
        </p15:guide>
        <p15:guide id="6" pos="3923" userDrawn="1">
          <p15:clr>
            <a:srgbClr val="FBAE40"/>
          </p15:clr>
        </p15:guide>
        <p15:guide id="7" orient="horz" pos="2482" userDrawn="1">
          <p15:clr>
            <a:srgbClr val="FBAE40"/>
          </p15:clr>
        </p15:guide>
        <p15:guide id="8" orient="horz" pos="2338" userDrawn="1">
          <p15:clr>
            <a:srgbClr val="FBAE40"/>
          </p15:clr>
        </p15:guide>
        <p15:guide id="9" orient="horz" pos="432" userDrawn="1">
          <p15:clr>
            <a:srgbClr val="FBAE40"/>
          </p15:clr>
        </p15:guide>
        <p15:guide id="10" pos="7344" userDrawn="1">
          <p15:clr>
            <a:srgbClr val="FBAE40"/>
          </p15:clr>
        </p15:guide>
        <p15:guide id="11" pos="7159" userDrawn="1">
          <p15:clr>
            <a:srgbClr val="FBAE40"/>
          </p15:clr>
        </p15:guide>
        <p15:guide id="12" pos="7039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- 3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7" name="Triangle 26"/>
            <p:cNvSpPr/>
            <p:nvPr userDrawn="1"/>
          </p:nvSpPr>
          <p:spPr>
            <a:xfrm rot="5400000">
              <a:off x="6059966" y="3318348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6481437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3" name="Rectangle 12"/>
          <p:cNvSpPr/>
          <p:nvPr/>
        </p:nvSpPr>
        <p:spPr>
          <a:xfrm rot="10800000">
            <a:off x="3465029" y="3985545"/>
            <a:ext cx="5430947" cy="20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Title 1"/>
          <p:cNvSpPr>
            <a:spLocks noGrp="1"/>
          </p:cNvSpPr>
          <p:nvPr userDrawn="1"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 userDrawn="1"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 userDrawn="1"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 userDrawn="1">
            <p:ph type="body" sz="quarter" idx="16"/>
          </p:nvPr>
        </p:nvSpPr>
        <p:spPr>
          <a:xfrm>
            <a:off x="3904385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riangle 27"/>
          <p:cNvSpPr/>
          <p:nvPr userDrawn="1"/>
        </p:nvSpPr>
        <p:spPr>
          <a:xfrm>
            <a:off x="5459331" y="3779737"/>
            <a:ext cx="252000" cy="2112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79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4252" userDrawn="1">
          <p15:clr>
            <a:srgbClr val="FBAE40"/>
          </p15:clr>
        </p15:guide>
        <p15:guide id="3" orient="horz" pos="3795" userDrawn="1">
          <p15:clr>
            <a:srgbClr val="FBAE40"/>
          </p15:clr>
        </p15:guide>
        <p15:guide id="4" orient="horz" pos="2507" userDrawn="1">
          <p15:clr>
            <a:srgbClr val="FBAE40"/>
          </p15:clr>
        </p15:guide>
        <p15:guide id="5" orient="horz" pos="2338" userDrawn="1">
          <p15:clr>
            <a:srgbClr val="FBAE40"/>
          </p15:clr>
        </p15:guide>
        <p15:guide id="6" orient="horz" pos="1050" userDrawn="1">
          <p15:clr>
            <a:srgbClr val="FBAE40"/>
          </p15:clr>
        </p15:guide>
        <p15:guide id="7" pos="3752" userDrawn="1">
          <p15:clr>
            <a:srgbClr val="FBAE40"/>
          </p15:clr>
        </p15:guide>
        <p15:guide id="8" pos="3923" userDrawn="1">
          <p15:clr>
            <a:srgbClr val="FBAE40"/>
          </p15:clr>
        </p15:guide>
        <p15:guide id="9" pos="7159" userDrawn="1">
          <p15:clr>
            <a:srgbClr val="FBAE40"/>
          </p15:clr>
        </p15:guide>
        <p15:guide id="10" pos="7039" userDrawn="1">
          <p15:clr>
            <a:srgbClr val="FBAE40"/>
          </p15:clr>
        </p15:guide>
        <p15:guide id="11" pos="7344" userDrawn="1">
          <p15:clr>
            <a:srgbClr val="FBAE40"/>
          </p15:clr>
        </p15:guide>
        <p15:guide id="12" orient="horz" pos="43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- 1 Important + 2 Mi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556057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1652338"/>
            <a:ext cx="5560572" cy="4210073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6436898" y="1652338"/>
            <a:ext cx="5217695" cy="2089484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23"/>
          </p:nvPr>
        </p:nvSpPr>
        <p:spPr>
          <a:xfrm>
            <a:off x="6436898" y="3925554"/>
            <a:ext cx="5217695" cy="2089484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7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 userDrawn="1">
          <p15:clr>
            <a:srgbClr val="FBAE40"/>
          </p15:clr>
        </p15:guide>
        <p15:guide id="2" pos="339" userDrawn="1">
          <p15:clr>
            <a:srgbClr val="FBAE40"/>
          </p15:clr>
        </p15:guide>
        <p15:guide id="3" pos="3837" userDrawn="1">
          <p15:clr>
            <a:srgbClr val="FBAE40"/>
          </p15:clr>
        </p15:guide>
        <p15:guide id="4" pos="4057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pos="7159" userDrawn="1">
          <p15:clr>
            <a:srgbClr val="FBAE40"/>
          </p15:clr>
        </p15:guide>
        <p15:guide id="7" pos="7039" userDrawn="1">
          <p15:clr>
            <a:srgbClr val="FBAE40"/>
          </p15:clr>
        </p15:guide>
        <p15:guide id="8" orient="horz" pos="3786" userDrawn="1">
          <p15:clr>
            <a:srgbClr val="FBAE40"/>
          </p15:clr>
        </p15:guide>
        <p15:guide id="9" orient="horz" pos="1042" userDrawn="1">
          <p15:clr>
            <a:srgbClr val="FBAE40"/>
          </p15:clr>
        </p15:guide>
        <p15:guide id="10" orient="horz" pos="2355" userDrawn="1">
          <p15:clr>
            <a:srgbClr val="FBAE40"/>
          </p15:clr>
        </p15:guide>
        <p15:guide id="11" orient="horz" pos="2473" userDrawn="1">
          <p15:clr>
            <a:srgbClr val="FBAE40"/>
          </p15:clr>
        </p15:guide>
        <p15:guide id="12" orient="horz" pos="43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- 1 Important + 2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 userDrawn="1"/>
        </p:nvCxnSpPr>
        <p:spPr>
          <a:xfrm>
            <a:off x="4632161" y="4832685"/>
            <a:ext cx="3725779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36360" y="1652338"/>
            <a:ext cx="4362701" cy="4362701"/>
          </a:xfrm>
          <a:prstGeom prst="ellipse">
            <a:avLst/>
          </a:prstGeom>
          <a:solidFill>
            <a:schemeClr val="accent1"/>
          </a:solidFill>
          <a:effectLst>
            <a:softEdge rad="0"/>
          </a:effectLst>
        </p:spPr>
        <p:txBody>
          <a:bodyPr anchor="ctr">
            <a:noAutofit/>
          </a:bodyPr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b="1">
                <a:solidFill>
                  <a:schemeClr val="bg1"/>
                </a:solidFill>
              </a:defRPr>
            </a:lvl2pPr>
            <a:lvl3pPr marL="914354" indent="0" algn="ctr">
              <a:buNone/>
              <a:defRPr b="1">
                <a:solidFill>
                  <a:schemeClr val="bg1"/>
                </a:solidFill>
              </a:defRPr>
            </a:lvl3pPr>
            <a:lvl4pPr marL="1371532" indent="0" algn="ctr">
              <a:buNone/>
              <a:defRPr b="1">
                <a:solidFill>
                  <a:schemeClr val="bg1"/>
                </a:solidFill>
              </a:defRPr>
            </a:lvl4pPr>
            <a:lvl5pPr marL="1828709" indent="0" algn="ctr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5672093" y="1652338"/>
            <a:ext cx="2605635" cy="26068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8340598" y="3181501"/>
            <a:ext cx="2832231" cy="283354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4632160" y="2851484"/>
            <a:ext cx="1039933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95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6" userDrawn="1">
          <p15:clr>
            <a:srgbClr val="FBAE40"/>
          </p15:clr>
        </p15:guide>
        <p15:guide id="2" pos="339" userDrawn="1">
          <p15:clr>
            <a:srgbClr val="FBAE40"/>
          </p15:clr>
        </p15:guide>
        <p15:guide id="3" orient="horz" pos="1042" userDrawn="1">
          <p15:clr>
            <a:srgbClr val="FBAE40"/>
          </p15:clr>
        </p15:guide>
        <p15:guide id="4" pos="3083" userDrawn="1">
          <p15:clr>
            <a:srgbClr val="FBAE40"/>
          </p15:clr>
        </p15:guide>
        <p15:guide id="5" pos="7159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pos="7039" userDrawn="1">
          <p15:clr>
            <a:srgbClr val="FBAE40"/>
          </p15:clr>
        </p15:guide>
        <p15:guide id="8" orient="horz" pos="4252" userDrawn="1">
          <p15:clr>
            <a:srgbClr val="FBAE40"/>
          </p15:clr>
        </p15:guide>
        <p15:guide id="9" orient="horz" pos="432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B Fac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FEBCC-0D5B-EB4B-83EF-3BC2B129F595}"/>
              </a:ext>
            </a:extLst>
          </p:cNvPr>
          <p:cNvSpPr/>
          <p:nvPr userDrawn="1"/>
        </p:nvSpPr>
        <p:spPr>
          <a:xfrm>
            <a:off x="762000" y="1781994"/>
            <a:ext cx="10589941" cy="411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3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7785" y="2196775"/>
            <a:ext cx="9638371" cy="3281521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- 1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  <p:sp>
        <p:nvSpPr>
          <p:cNvPr id="1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1" y="1352563"/>
            <a:ext cx="105743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940290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3710" userDrawn="1">
          <p15:clr>
            <a:srgbClr val="FBAE40"/>
          </p15:clr>
        </p15:guide>
        <p15:guide id="3" pos="7141" userDrawn="1">
          <p15:clr>
            <a:srgbClr val="FBAE40"/>
          </p15:clr>
        </p15:guide>
        <p15:guide id="4" orient="horz" pos="584" userDrawn="1">
          <p15:clr>
            <a:srgbClr val="FBAE40"/>
          </p15:clr>
        </p15:guide>
        <p15:guide id="5" orient="horz" pos="991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B Fac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4" y="2256918"/>
            <a:ext cx="10650536" cy="3571454"/>
          </a:xfrm>
        </p:spPr>
        <p:txBody>
          <a:bodyPr anchor="t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- 2</a:t>
            </a:r>
          </a:p>
        </p:txBody>
      </p:sp>
    </p:spTree>
    <p:extLst>
      <p:ext uri="{BB962C8B-B14F-4D97-AF65-F5344CB8AC3E}">
        <p14:creationId xmlns:p14="http://schemas.microsoft.com/office/powerpoint/2010/main" val="15514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1423" userDrawn="1">
          <p15:clr>
            <a:srgbClr val="FBAE40"/>
          </p15:clr>
        </p15:guide>
        <p15:guide id="3" pos="7192" userDrawn="1">
          <p15:clr>
            <a:srgbClr val="FBAE40"/>
          </p15:clr>
        </p15:guide>
        <p15:guide id="4" orient="horz" pos="3668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B Fac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FE5E2-583D-3440-B3E2-B7A6D31591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5" y="1573213"/>
            <a:ext cx="10585179" cy="4303712"/>
          </a:xfrm>
          <a:solidFill>
            <a:schemeClr val="accent1">
              <a:alpha val="85000"/>
            </a:schemeClr>
          </a:solidFill>
        </p:spPr>
        <p:txBody>
          <a:bodyPr lIns="468000" tIns="468000" rIns="468000" bIns="468000"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 - 3</a:t>
            </a:r>
          </a:p>
        </p:txBody>
      </p:sp>
    </p:spTree>
    <p:extLst>
      <p:ext uri="{BB962C8B-B14F-4D97-AF65-F5344CB8AC3E}">
        <p14:creationId xmlns:p14="http://schemas.microsoft.com/office/powerpoint/2010/main" val="1666486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pos="7141" userDrawn="1">
          <p15:clr>
            <a:srgbClr val="FBAE40"/>
          </p15:clr>
        </p15:guide>
        <p15:guide id="4" orient="horz" pos="991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119269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 userDrawn="1"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 userDrawn="1"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7D64EC-DA4C-BA4D-87B3-681A69F456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</a:t>
            </a:r>
          </a:p>
        </p:txBody>
      </p:sp>
    </p:spTree>
    <p:extLst>
      <p:ext uri="{BB962C8B-B14F-4D97-AF65-F5344CB8AC3E}">
        <p14:creationId xmlns:p14="http://schemas.microsoft.com/office/powerpoint/2010/main" val="2915751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482" userDrawn="1">
          <p15:clr>
            <a:srgbClr val="FBAE40"/>
          </p15:clr>
        </p15:guide>
        <p15:guide id="3" orient="horz" pos="2651" userDrawn="1">
          <p15:clr>
            <a:srgbClr val="FBAE40"/>
          </p15:clr>
        </p15:guide>
        <p15:guide id="4" pos="957" userDrawn="1">
          <p15:clr>
            <a:srgbClr val="FBAE40"/>
          </p15:clr>
        </p15:guide>
        <p15:guide id="5" pos="6717" userDrawn="1">
          <p15:clr>
            <a:srgbClr val="FBAE40"/>
          </p15:clr>
        </p15:guide>
        <p15:guide id="6" orient="horz" pos="304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– Option 1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 userDrawn="1"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 userDrawn="1"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CFEA6F-993C-48F5-BABF-D2AE4C3AD3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Monogram</a:t>
            </a:r>
          </a:p>
        </p:txBody>
      </p:sp>
    </p:spTree>
    <p:extLst>
      <p:ext uri="{BB962C8B-B14F-4D97-AF65-F5344CB8AC3E}">
        <p14:creationId xmlns:p14="http://schemas.microsoft.com/office/powerpoint/2010/main" val="2719116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4" userDrawn="1">
          <p15:clr>
            <a:srgbClr val="FBAE40"/>
          </p15:clr>
        </p15:guide>
        <p15:guide id="2" pos="957" userDrawn="1">
          <p15:clr>
            <a:srgbClr val="FBAE40"/>
          </p15:clr>
        </p15:guide>
        <p15:guide id="3" pos="6727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2651" userDrawn="1">
          <p15:clr>
            <a:srgbClr val="FBAE40"/>
          </p15:clr>
        </p15:guide>
        <p15:guide id="6" orient="horz" pos="304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– Option 1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205B58-DB7E-8244-8533-249ABF49D5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C2C5F-A5E4-3C43-ABB2-297B20BE2613}"/>
              </a:ext>
            </a:extLst>
          </p:cNvPr>
          <p:cNvSpPr txBox="1"/>
          <p:nvPr userDrawn="1"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 userDrawn="1"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 userDrawn="1"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2F1E1E-9164-4ECD-A2F5-BF1183861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956236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27" userDrawn="1">
          <p15:clr>
            <a:srgbClr val="FBAE40"/>
          </p15:clr>
        </p15:guide>
        <p15:guide id="2" orient="horz" pos="2651" userDrawn="1">
          <p15:clr>
            <a:srgbClr val="FBAE40"/>
          </p15:clr>
        </p15:guide>
        <p15:guide id="3" orient="horz" pos="3049" userDrawn="1">
          <p15:clr>
            <a:srgbClr val="FBAE40"/>
          </p15:clr>
        </p15:guide>
        <p15:guide id="4" orient="horz" pos="1474" userDrawn="1">
          <p15:clr>
            <a:srgbClr val="FBAE40"/>
          </p15:clr>
        </p15:guide>
        <p15:guide id="5" pos="949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 userDrawn="1"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 userDrawn="1"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903D931-FCAA-4277-9747-EAD0E46B91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</a:t>
            </a:r>
          </a:p>
        </p:txBody>
      </p:sp>
    </p:spTree>
    <p:extLst>
      <p:ext uri="{BB962C8B-B14F-4D97-AF65-F5344CB8AC3E}">
        <p14:creationId xmlns:p14="http://schemas.microsoft.com/office/powerpoint/2010/main" val="117086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 userDrawn="1">
          <p15:clr>
            <a:srgbClr val="FBAE40"/>
          </p15:clr>
        </p15:guide>
        <p15:guide id="2" orient="horz" pos="3041" userDrawn="1">
          <p15:clr>
            <a:srgbClr val="FBAE40"/>
          </p15:clr>
        </p15:guide>
        <p15:guide id="3" pos="957" userDrawn="1">
          <p15:clr>
            <a:srgbClr val="FBAE40"/>
          </p15:clr>
        </p15:guide>
        <p15:guide id="4" orient="horz" pos="2651" userDrawn="1">
          <p15:clr>
            <a:srgbClr val="FBAE40"/>
          </p15:clr>
        </p15:guide>
        <p15:guide id="5" orient="horz" pos="1482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– Option 2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 userDrawn="1"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 userDrawn="1"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154A64-3E18-4B3A-9175-6FA1501DBE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Monogram</a:t>
            </a:r>
          </a:p>
        </p:txBody>
      </p:sp>
    </p:spTree>
    <p:extLst>
      <p:ext uri="{BB962C8B-B14F-4D97-AF65-F5344CB8AC3E}">
        <p14:creationId xmlns:p14="http://schemas.microsoft.com/office/powerpoint/2010/main" val="1640184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 userDrawn="1">
          <p15:clr>
            <a:srgbClr val="FBAE40"/>
          </p15:clr>
        </p15:guide>
        <p15:guide id="2" orient="horz" pos="1474" userDrawn="1">
          <p15:clr>
            <a:srgbClr val="FBAE40"/>
          </p15:clr>
        </p15:guide>
        <p15:guide id="3" orient="horz" pos="2651" userDrawn="1">
          <p15:clr>
            <a:srgbClr val="FBAE40"/>
          </p15:clr>
        </p15:guide>
        <p15:guide id="4" pos="949" userDrawn="1">
          <p15:clr>
            <a:srgbClr val="FBAE40"/>
          </p15:clr>
        </p15:guide>
        <p15:guide id="5" orient="horz" pos="304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– Option 2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CF17A1-ED95-1C42-BBA5-445814959C5B}"/>
              </a:ext>
            </a:extLst>
          </p:cNvPr>
          <p:cNvSpPr/>
          <p:nvPr userDrawn="1"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C3496-6102-5741-9EDB-99E97DA03433}"/>
              </a:ext>
            </a:extLst>
          </p:cNvPr>
          <p:cNvSpPr txBox="1"/>
          <p:nvPr userDrawn="1"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 userDrawn="1"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 userDrawn="1"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C43EA4-87C9-4342-86BE-432233929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422266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57" userDrawn="1">
          <p15:clr>
            <a:srgbClr val="FBAE40"/>
          </p15:clr>
        </p15:guide>
        <p15:guide id="2" orient="horz" pos="2651" userDrawn="1">
          <p15:clr>
            <a:srgbClr val="FBAE40"/>
          </p15:clr>
        </p15:guide>
        <p15:guide id="3" pos="6717" userDrawn="1">
          <p15:clr>
            <a:srgbClr val="FBAE40"/>
          </p15:clr>
        </p15:guide>
        <p15:guide id="4" orient="horz" pos="1474" userDrawn="1">
          <p15:clr>
            <a:srgbClr val="FBAE40"/>
          </p15:clr>
        </p15:guide>
        <p15:guide id="5" orient="horz" pos="304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yboard –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4359731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4 Pictures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C77B04A-66B3-FE4F-8CF2-1B1B16B93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11569" y="1762739"/>
            <a:ext cx="3044075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31793" y="1762745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31793" y="4056004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81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3820" userDrawn="1">
          <p15:clr>
            <a:srgbClr val="FBAE40"/>
          </p15:clr>
        </p15:guide>
        <p15:guide id="3" pos="7039" userDrawn="1">
          <p15:clr>
            <a:srgbClr val="FBAE40"/>
          </p15:clr>
        </p15:guide>
        <p15:guide id="4" pos="7159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orient="horz" pos="1110" userDrawn="1">
          <p15:clr>
            <a:srgbClr val="FBAE40"/>
          </p15:clr>
        </p15:guide>
        <p15:guide id="7" orient="horz" pos="4252" userDrawn="1">
          <p15:clr>
            <a:srgbClr val="FBAE40"/>
          </p15:clr>
        </p15:guide>
        <p15:guide id="8" pos="3083" userDrawn="1">
          <p15:clr>
            <a:srgbClr val="FBAE40"/>
          </p15:clr>
        </p15:guide>
        <p15:guide id="9" pos="3295" userDrawn="1">
          <p15:clr>
            <a:srgbClr val="FBAE40"/>
          </p15:clr>
        </p15:guide>
        <p15:guide id="10" pos="5209" userDrawn="1">
          <p15:clr>
            <a:srgbClr val="FBAE40"/>
          </p15:clr>
        </p15:guide>
        <p15:guide id="11" pos="5421" userDrawn="1">
          <p15:clr>
            <a:srgbClr val="FBAE40"/>
          </p15:clr>
        </p15:guide>
        <p15:guide id="12" orient="horz" pos="2558" userDrawn="1">
          <p15:clr>
            <a:srgbClr val="FBAE40"/>
          </p15:clr>
        </p15:guide>
        <p15:guide id="13" orient="horz" pos="2380" userDrawn="1">
          <p15:clr>
            <a:srgbClr val="FBAE40"/>
          </p15:clr>
        </p15:guide>
        <p15:guide id="14" orient="horz" pos="432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yboard –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6 Pictures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96889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6889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67693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61B7A5A-FF1D-0348-9380-8CE01CFD56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67693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22D17D8-E5FE-8342-ACA9-789AE4B3C5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40455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0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0" userDrawn="1">
          <p15:clr>
            <a:srgbClr val="FBAE40"/>
          </p15:clr>
        </p15:guide>
        <p15:guide id="2" pos="339" userDrawn="1">
          <p15:clr>
            <a:srgbClr val="FBAE40"/>
          </p15:clr>
        </p15:guide>
        <p15:guide id="3" orient="horz" pos="2558" userDrawn="1">
          <p15:clr>
            <a:srgbClr val="FBAE40"/>
          </p15:clr>
        </p15:guide>
        <p15:guide id="4" pos="1855" userDrawn="1">
          <p15:clr>
            <a:srgbClr val="FBAE40"/>
          </p15:clr>
        </p15:guide>
        <p15:guide id="5" pos="2075" userDrawn="1">
          <p15:clr>
            <a:srgbClr val="FBAE40"/>
          </p15:clr>
        </p15:guide>
        <p15:guide id="6" pos="3736" userDrawn="1">
          <p15:clr>
            <a:srgbClr val="FBAE40"/>
          </p15:clr>
        </p15:guide>
        <p15:guide id="7" pos="3947" userDrawn="1">
          <p15:clr>
            <a:srgbClr val="FBAE40"/>
          </p15:clr>
        </p15:guide>
        <p15:guide id="8" pos="5599" userDrawn="1">
          <p15:clr>
            <a:srgbClr val="FBAE40"/>
          </p15:clr>
        </p15:guide>
        <p15:guide id="9" pos="5819" userDrawn="1">
          <p15:clr>
            <a:srgbClr val="FBAE40"/>
          </p15:clr>
        </p15:guide>
        <p15:guide id="10" pos="7344" userDrawn="1">
          <p15:clr>
            <a:srgbClr val="FBAE40"/>
          </p15:clr>
        </p15:guide>
        <p15:guide id="11" pos="7159" userDrawn="1">
          <p15:clr>
            <a:srgbClr val="FBAE40"/>
          </p15:clr>
        </p15:guide>
        <p15:guide id="12" pos="7039" userDrawn="1">
          <p15:clr>
            <a:srgbClr val="FBAE40"/>
          </p15:clr>
        </p15:guide>
        <p15:guide id="13" orient="horz" pos="3820" userDrawn="1">
          <p15:clr>
            <a:srgbClr val="FBAE40"/>
          </p15:clr>
        </p15:guide>
        <p15:guide id="14" orient="horz" pos="4252" userDrawn="1">
          <p15:clr>
            <a:srgbClr val="FBAE40"/>
          </p15:clr>
        </p15:guide>
        <p15:guide id="15" orient="horz" pos="1110" userDrawn="1">
          <p15:clr>
            <a:srgbClr val="FBAE40"/>
          </p15:clr>
        </p15:guide>
        <p15:guide id="16" orient="horz" pos="432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yboard – 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3" y="476722"/>
            <a:ext cx="1063805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8 Pictures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9760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01563D09-47DF-B74D-8437-7B3126127A3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2822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636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EF87835B-E9A2-5C42-95A4-DE8731A8AD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2822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69969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6450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264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3264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57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2380" userDrawn="1">
          <p15:clr>
            <a:srgbClr val="FBAE40"/>
          </p15:clr>
        </p15:guide>
        <p15:guide id="3" orient="horz" pos="1110" userDrawn="1">
          <p15:clr>
            <a:srgbClr val="FBAE40"/>
          </p15:clr>
        </p15:guide>
        <p15:guide id="4" orient="horz" pos="3820" userDrawn="1">
          <p15:clr>
            <a:srgbClr val="FBAE40"/>
          </p15:clr>
        </p15:guide>
        <p15:guide id="5" pos="1991" userDrawn="1">
          <p15:clr>
            <a:srgbClr val="FBAE40"/>
          </p15:clr>
        </p15:guide>
        <p15:guide id="6" pos="2119" userDrawn="1">
          <p15:clr>
            <a:srgbClr val="FBAE40"/>
          </p15:clr>
        </p15:guide>
        <p15:guide id="7" pos="3779" userDrawn="1">
          <p15:clr>
            <a:srgbClr val="FBAE40"/>
          </p15:clr>
        </p15:guide>
        <p15:guide id="8" pos="3905" userDrawn="1">
          <p15:clr>
            <a:srgbClr val="FBAE40"/>
          </p15:clr>
        </p15:guide>
        <p15:guide id="11" orient="horz" pos="2550" userDrawn="1">
          <p15:clr>
            <a:srgbClr val="FBAE40"/>
          </p15:clr>
        </p15:guide>
        <p15:guide id="12" pos="7159" userDrawn="1">
          <p15:clr>
            <a:srgbClr val="FBAE40"/>
          </p15:clr>
        </p15:guide>
        <p15:guide id="13" pos="7344" userDrawn="1">
          <p15:clr>
            <a:srgbClr val="FBAE40"/>
          </p15:clr>
        </p15:guide>
        <p15:guide id="14" pos="7039" userDrawn="1">
          <p15:clr>
            <a:srgbClr val="FBAE40"/>
          </p15:clr>
        </p15:guide>
        <p15:guide id="15" orient="horz" pos="4252" userDrawn="1">
          <p15:clr>
            <a:srgbClr val="FBAE40"/>
          </p15:clr>
        </p15:guide>
        <p15:guide id="16" orient="horz" pos="432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 userDrawn="1"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1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 userDrawn="1"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 userDrawn="1"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 userDrawn="1"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 userDrawn="1"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 userDrawn="1"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 userDrawn="1"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94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1669" userDrawn="1">
          <p15:clr>
            <a:srgbClr val="FBAE40"/>
          </p15:clr>
        </p15:guide>
        <p15:guide id="3" pos="813" userDrawn="1">
          <p15:clr>
            <a:srgbClr val="FBAE40"/>
          </p15:clr>
        </p15:guide>
        <p15:guide id="4" orient="horz" pos="3227" userDrawn="1">
          <p15:clr>
            <a:srgbClr val="FBAE40"/>
          </p15:clr>
        </p15:guide>
        <p15:guide id="5" orient="horz" pos="2948" userDrawn="1">
          <p15:clr>
            <a:srgbClr val="FBAE40"/>
          </p15:clr>
        </p15:guide>
        <p15:guide id="6" orient="horz" pos="2812" userDrawn="1">
          <p15:clr>
            <a:srgbClr val="FBAE40"/>
          </p15:clr>
        </p15:guide>
        <p15:guide id="7" orient="horz" pos="2533" userDrawn="1">
          <p15:clr>
            <a:srgbClr val="FBAE40"/>
          </p15:clr>
        </p15:guide>
        <p15:guide id="8" orient="horz" pos="2414" userDrawn="1">
          <p15:clr>
            <a:srgbClr val="FBAE40"/>
          </p15:clr>
        </p15:guide>
        <p15:guide id="9" orient="horz" pos="2126" userDrawn="1">
          <p15:clr>
            <a:srgbClr val="FBAE40"/>
          </p15:clr>
        </p15:guide>
        <p15:guide id="10" orient="horz" pos="1957" userDrawn="1">
          <p15:clr>
            <a:srgbClr val="FBAE40"/>
          </p15:clr>
        </p15:guide>
        <p15:guide id="11" pos="576" userDrawn="1">
          <p15:clr>
            <a:srgbClr val="FBAE40"/>
          </p15:clr>
        </p15:guide>
        <p15:guide id="12" pos="7159" userDrawn="1">
          <p15:clr>
            <a:srgbClr val="FBAE40"/>
          </p15:clr>
        </p15:guide>
        <p15:guide id="13" pos="7039" userDrawn="1">
          <p15:clr>
            <a:srgbClr val="FBAE40"/>
          </p15:clr>
        </p15:guide>
        <p15:guide id="14" pos="7344" userDrawn="1">
          <p15:clr>
            <a:srgbClr val="FBAE40"/>
          </p15:clr>
        </p15:guide>
        <p15:guide id="15" orient="horz" pos="4252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 userDrawn="1"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 userDrawn="1"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 userDrawn="1"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 userDrawn="1"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 userDrawn="1"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 userDrawn="1"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 userDrawn="1">
          <p15:clr>
            <a:srgbClr val="FBAE40"/>
          </p15:clr>
        </p15:guide>
        <p15:guide id="2" pos="339" userDrawn="1">
          <p15:clr>
            <a:srgbClr val="FBAE40"/>
          </p15:clr>
        </p15:guide>
        <p15:guide id="3" orient="horz" pos="1669" userDrawn="1">
          <p15:clr>
            <a:srgbClr val="FBAE40"/>
          </p15:clr>
        </p15:guide>
        <p15:guide id="4" orient="horz" pos="1957" userDrawn="1">
          <p15:clr>
            <a:srgbClr val="FBAE40"/>
          </p15:clr>
        </p15:guide>
        <p15:guide id="5" orient="horz" pos="2126" userDrawn="1">
          <p15:clr>
            <a:srgbClr val="FBAE40"/>
          </p15:clr>
        </p15:guide>
        <p15:guide id="6" orient="horz" pos="2533" userDrawn="1">
          <p15:clr>
            <a:srgbClr val="FBAE40"/>
          </p15:clr>
        </p15:guide>
        <p15:guide id="7" orient="horz" pos="2812" userDrawn="1">
          <p15:clr>
            <a:srgbClr val="FBAE40"/>
          </p15:clr>
        </p15:guide>
        <p15:guide id="8" orient="horz" pos="2948" userDrawn="1">
          <p15:clr>
            <a:srgbClr val="FBAE40"/>
          </p15:clr>
        </p15:guide>
        <p15:guide id="9" orient="horz" pos="3227" userDrawn="1">
          <p15:clr>
            <a:srgbClr val="FBAE40"/>
          </p15:clr>
        </p15:guide>
        <p15:guide id="10" pos="584" userDrawn="1">
          <p15:clr>
            <a:srgbClr val="FBAE40"/>
          </p15:clr>
        </p15:guide>
        <p15:guide id="11" pos="813" userDrawn="1">
          <p15:clr>
            <a:srgbClr val="FBAE40"/>
          </p15:clr>
        </p15:guide>
        <p15:guide id="12" pos="7039" userDrawn="1">
          <p15:clr>
            <a:srgbClr val="FBAE40"/>
          </p15:clr>
        </p15:guide>
        <p15:guide id="13" orient="horz" pos="440" userDrawn="1">
          <p15:clr>
            <a:srgbClr val="FBAE40"/>
          </p15:clr>
        </p15:guide>
        <p15:guide id="14" orient="horz" pos="4252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252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2" orient="horz" pos="2550" userDrawn="1">
          <p15:clr>
            <a:srgbClr val="FBAE40"/>
          </p15:clr>
        </p15:guide>
        <p15:guide id="3" orient="horz" pos="991" userDrawn="1">
          <p15:clr>
            <a:srgbClr val="FBAE40"/>
          </p15:clr>
        </p15:guide>
        <p15:guide id="4" orient="horz" pos="584" userDrawn="1">
          <p15:clr>
            <a:srgbClr val="FBAE40"/>
          </p15:clr>
        </p15:guide>
        <p15:guide id="5" pos="6243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874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 userDrawn="1">
          <p15:clr>
            <a:srgbClr val="FBAE40"/>
          </p15:clr>
        </p15:guide>
        <p15:guide id="3" orient="horz" pos="584" userDrawn="1">
          <p15:clr>
            <a:srgbClr val="FBAE40"/>
          </p15:clr>
        </p15:guide>
        <p15:guide id="4" orient="horz" pos="991" userDrawn="1">
          <p15:clr>
            <a:srgbClr val="FBAE40"/>
          </p15:clr>
        </p15:guide>
        <p15:guide id="5" orient="horz" pos="2558" userDrawn="1">
          <p15:clr>
            <a:srgbClr val="FBAE40"/>
          </p15:clr>
        </p15:guide>
        <p15:guide id="6" pos="62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361" y="1645670"/>
            <a:ext cx="1111928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53269" y="6356356"/>
            <a:ext cx="628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353386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53" r:id="rId3"/>
    <p:sldLayoutId id="2147483698" r:id="rId4"/>
    <p:sldLayoutId id="2147483700" r:id="rId5"/>
    <p:sldLayoutId id="2147483657" r:id="rId6"/>
    <p:sldLayoutId id="2147483694" r:id="rId7"/>
    <p:sldLayoutId id="2147483650" r:id="rId8"/>
    <p:sldLayoutId id="2147483652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6" r:id="rId15"/>
    <p:sldLayoutId id="2147483651" r:id="rId16"/>
    <p:sldLayoutId id="2147483655" r:id="rId17"/>
    <p:sldLayoutId id="2147483658" r:id="rId18"/>
    <p:sldLayoutId id="2147483665" r:id="rId19"/>
    <p:sldLayoutId id="2147483667" r:id="rId20"/>
    <p:sldLayoutId id="2147483666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8" r:id="rId28"/>
    <p:sldLayoutId id="2147483679" r:id="rId29"/>
    <p:sldLayoutId id="2147483680" r:id="rId30"/>
    <p:sldLayoutId id="2147483697" r:id="rId31"/>
    <p:sldLayoutId id="2147483701" r:id="rId32"/>
    <p:sldLayoutId id="2147483702" r:id="rId33"/>
    <p:sldLayoutId id="2147483705" r:id="rId34"/>
    <p:sldLayoutId id="2147483703" r:id="rId35"/>
    <p:sldLayoutId id="2147483704" r:id="rId36"/>
    <p:sldLayoutId id="2147483681" r:id="rId37"/>
    <p:sldLayoutId id="2147483682" r:id="rId38"/>
    <p:sldLayoutId id="2147483683" r:id="rId39"/>
    <p:sldLayoutId id="2147483684" r:id="rId40"/>
    <p:sldLayoutId id="2147483659" r:id="rId41"/>
    <p:sldLayoutId id="2147483695" r:id="rId42"/>
    <p:sldLayoutId id="2147483685" r:id="rId43"/>
    <p:sldLayoutId id="2147483686" r:id="rId44"/>
    <p:sldLayoutId id="2147483696" r:id="rId45"/>
    <p:sldLayoutId id="2147483687" r:id="rId46"/>
    <p:sldLayoutId id="2147483688" r:id="rId47"/>
    <p:sldLayoutId id="2147483689" r:id="rId48"/>
    <p:sldLayoutId id="2147483690" r:id="rId49"/>
    <p:sldLayoutId id="2147483691" r:id="rId50"/>
    <p:sldLayoutId id="2147483692" r:id="rId51"/>
    <p:sldLayoutId id="2147483693" r:id="rId52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Proxima Nova Rg" panose="02000506030000020004" pitchFamily="50" charset="0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Clr>
          <a:srgbClr val="00624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6.png"/><Relationship Id="rId7" Type="http://schemas.openxmlformats.org/officeDocument/2006/relationships/image" Target="../media/image3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BD60EE06-5730-0B57-2A63-B386A558E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537" y="4671600"/>
            <a:ext cx="2834105" cy="496194"/>
          </a:xfrm>
        </p:spPr>
        <p:txBody>
          <a:bodyPr vert="horz" lIns="0" tIns="36000" rIns="0" bIns="0" rtlCol="0" anchor="t">
            <a:normAutofit/>
          </a:bodyPr>
          <a:lstStyle/>
          <a:p>
            <a:r>
              <a:rPr lang="en-US" dirty="0"/>
              <a:t>December 4th, 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D6EDF-6302-F80B-F6BC-488621C469E6}"/>
              </a:ext>
            </a:extLst>
          </p:cNvPr>
          <p:cNvSpPr txBox="1"/>
          <p:nvPr/>
        </p:nvSpPr>
        <p:spPr>
          <a:xfrm>
            <a:off x="850537" y="5304332"/>
            <a:ext cx="187929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Baraa' Bilbeisi</a:t>
            </a:r>
          </a:p>
        </p:txBody>
      </p:sp>
      <p:pic>
        <p:nvPicPr>
          <p:cNvPr id="13" name="Picture 12" descr="A stop sign on a wet street at night&#10;&#10;Description automatically generated">
            <a:extLst>
              <a:ext uri="{FF2B5EF4-FFF2-40B4-BE49-F238E27FC236}">
                <a16:creationId xmlns:a16="http://schemas.microsoft.com/office/drawing/2014/main" id="{2F9431E9-158B-7C22-47F6-D262924632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24" b="-36043"/>
          <a:stretch/>
        </p:blipFill>
        <p:spPr>
          <a:xfrm>
            <a:off x="8173291" y="261143"/>
            <a:ext cx="3818411" cy="409935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B4E89A3-ABCE-6C49-7AAB-0009AAF9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537" y="1594571"/>
            <a:ext cx="7229097" cy="2940491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Road Sign Detection and Classification in diverse lightings</a:t>
            </a:r>
            <a:endParaRPr lang="en-US" sz="4400" b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4DAB96E-4A0D-F360-C7C2-F048145BD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291" y="3503731"/>
            <a:ext cx="3838239" cy="30675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9B60857-C18B-C23E-28ED-2EBB1C2527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73291" y="6239885"/>
            <a:ext cx="3838239" cy="342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759798F-9435-BFC0-E5B6-5822BC9CB2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73291" y="2927852"/>
            <a:ext cx="3818410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6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2453FE-1015-2406-EF84-11181DAA9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Proxima Nova Rg" panose="02000506030000020004" charset="0"/>
                <a:ea typeface="Times New Roman" panose="02020603050405020304" pitchFamily="18" charset="0"/>
              </a:rPr>
              <a:t>To develop an image processing pipeline that can accurately detect and classify road signs from RGB images of various lighting conditions, such as poor contrast, overexposure, shadows</a:t>
            </a:r>
            <a:r>
              <a:rPr lang="en-US" dirty="0">
                <a:latin typeface="Proxima Nova Rg" panose="02000506030000020004" charset="0"/>
                <a:ea typeface="Times New Roman" panose="02020603050405020304" pitchFamily="18" charset="0"/>
              </a:rPr>
              <a:t>, low resolution, and between similar color gradients.</a:t>
            </a:r>
            <a:endParaRPr lang="en-US" dirty="0">
              <a:effectLst/>
              <a:latin typeface="Proxima Nova Rg" panose="02000506030000020004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Proxima Nova Rg" panose="02000506030000020004" charset="0"/>
              </a:rPr>
              <a:t>To classify the road signs accurately to distinguish between the following signs:</a:t>
            </a:r>
          </a:p>
          <a:p>
            <a:pPr lvl="1"/>
            <a:r>
              <a:rPr lang="en-US" dirty="0">
                <a:latin typeface="Proxima Nova Rg" panose="02000506030000020004" charset="0"/>
              </a:rPr>
              <a:t>‘Stop’</a:t>
            </a:r>
          </a:p>
          <a:p>
            <a:pPr lvl="1"/>
            <a:r>
              <a:rPr lang="en-US" dirty="0">
                <a:latin typeface="Proxima Nova Rg" panose="02000506030000020004" charset="0"/>
              </a:rPr>
              <a:t>‘Yield’</a:t>
            </a:r>
          </a:p>
          <a:p>
            <a:pPr lvl="1"/>
            <a:r>
              <a:rPr lang="en-US" dirty="0">
                <a:latin typeface="Proxima Nova Rg" panose="02000506030000020004" charset="0"/>
              </a:rPr>
              <a:t>‘Traffic jam’</a:t>
            </a:r>
          </a:p>
          <a:p>
            <a:pPr lvl="1"/>
            <a:r>
              <a:rPr lang="en-US" dirty="0">
                <a:latin typeface="Proxima Nova Rg" panose="02000506030000020004" charset="0"/>
              </a:rPr>
              <a:t>‘Do Not Enter.’</a:t>
            </a:r>
          </a:p>
          <a:p>
            <a:pPr lvl="1"/>
            <a:endParaRPr lang="en-US" dirty="0">
              <a:latin typeface="Proxima Nova Rg" panose="0200050603000002000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5266FA-38E5-6A14-BC8E-5F60F780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26889-0ADB-807C-2C9E-1985A3EF4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6EEFF-0B6B-68B7-5C55-A3BA3F39C6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  <a:endParaRPr lang="en-GB" dirty="0"/>
          </a:p>
        </p:txBody>
      </p:sp>
      <p:pic>
        <p:nvPicPr>
          <p:cNvPr id="7" name="Picture 6" descr="A red and white stop sign&#10;&#10;Description automatically generated">
            <a:extLst>
              <a:ext uri="{FF2B5EF4-FFF2-40B4-BE49-F238E27FC236}">
                <a16:creationId xmlns:a16="http://schemas.microsoft.com/office/drawing/2014/main" id="{19D5E50E-B8CB-59CE-3518-8927CCC98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634" y="3686962"/>
            <a:ext cx="1423290" cy="1423290"/>
          </a:xfrm>
          <a:prstGeom prst="rect">
            <a:avLst/>
          </a:prstGeom>
        </p:spPr>
      </p:pic>
      <p:pic>
        <p:nvPicPr>
          <p:cNvPr id="11" name="Picture 10" descr="A red triangle with a traffic light&#10;&#10;Description automatically generated">
            <a:extLst>
              <a:ext uri="{FF2B5EF4-FFF2-40B4-BE49-F238E27FC236}">
                <a16:creationId xmlns:a16="http://schemas.microsoft.com/office/drawing/2014/main" id="{C2CED42F-8B7F-F6C9-6C4E-1BFA3C2D4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034" y="3690471"/>
            <a:ext cx="1625051" cy="1419781"/>
          </a:xfrm>
          <a:prstGeom prst="rect">
            <a:avLst/>
          </a:prstGeom>
        </p:spPr>
      </p:pic>
      <p:pic>
        <p:nvPicPr>
          <p:cNvPr id="13" name="Picture 12" descr="A red and white sign&#10;&#10;Description automatically generated">
            <a:extLst>
              <a:ext uri="{FF2B5EF4-FFF2-40B4-BE49-F238E27FC236}">
                <a16:creationId xmlns:a16="http://schemas.microsoft.com/office/drawing/2014/main" id="{AF77751D-EA64-76EF-EBDD-A6ECF0A6D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3" y="3792549"/>
            <a:ext cx="1419781" cy="1419781"/>
          </a:xfrm>
          <a:prstGeom prst="rect">
            <a:avLst/>
          </a:prstGeom>
        </p:spPr>
      </p:pic>
      <p:pic>
        <p:nvPicPr>
          <p:cNvPr id="15" name="Picture 14" descr="A red and white yield sign&#10;&#10;Description automatically generated">
            <a:extLst>
              <a:ext uri="{FF2B5EF4-FFF2-40B4-BE49-F238E27FC236}">
                <a16:creationId xmlns:a16="http://schemas.microsoft.com/office/drawing/2014/main" id="{C2F137EC-004B-7C0B-03AC-D641F74B00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597" t="12417" r="7819" b="13022"/>
          <a:stretch/>
        </p:blipFill>
        <p:spPr>
          <a:xfrm>
            <a:off x="5327075" y="3690470"/>
            <a:ext cx="1667762" cy="141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4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SCHOOL OF - to apply in all slides at the same time edit in Insert &gt; Header &amp; Footer</a:t>
            </a:r>
            <a:endParaRPr lang="en-GB" dirty="0">
              <a:latin typeface="+mn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DFC2EA-8EFC-AD94-DA71-43BB899F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46945250-B5DE-5A7C-E927-BF9CBED99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34" y="1639889"/>
            <a:ext cx="11118007" cy="435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Contrast enhancement: Improve visibility in images that are in low or high light.</a:t>
            </a:r>
          </a:p>
          <a:p>
            <a:r>
              <a:rPr lang="en-US" dirty="0"/>
              <a:t>Filtering: Reduce noise and enhance features.</a:t>
            </a:r>
          </a:p>
          <a:p>
            <a:r>
              <a:rPr lang="en-US" dirty="0"/>
              <a:t>Edge/Boundary/Corner Detection: Find and draw edges of road signs</a:t>
            </a:r>
          </a:p>
          <a:p>
            <a:r>
              <a:rPr lang="en-US" dirty="0"/>
              <a:t>Feature Extraction: Extract redness of road signs for classification.</a:t>
            </a:r>
          </a:p>
          <a:p>
            <a:r>
              <a:rPr lang="en-US" dirty="0"/>
              <a:t>Classification: Machine Learning Classification. </a:t>
            </a:r>
          </a:p>
          <a:p>
            <a:pPr lvl="1"/>
            <a:r>
              <a:rPr lang="en-US" dirty="0"/>
              <a:t>Categorize road signs based on features extraction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658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9D1EA5-B4ED-92BA-EDED-DC8BCEEDE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59" y="1645670"/>
            <a:ext cx="7445268" cy="2003158"/>
          </a:xfrm>
        </p:spPr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Convert to YUV color space.</a:t>
            </a: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Apply CLAHE to Y channel.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Convert back to BGR color space.</a:t>
            </a: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Blend with the original image.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C2D294-5387-9A43-0859-644D2B11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1" y="476722"/>
            <a:ext cx="10636464" cy="768545"/>
          </a:xfrm>
        </p:spPr>
        <p:txBody>
          <a:bodyPr>
            <a:normAutofit fontScale="90000"/>
          </a:bodyPr>
          <a:lstStyle/>
          <a:p>
            <a:r>
              <a:rPr lang="en-US" dirty="0"/>
              <a:t>Contrast enhancement: CLAHE Histogram </a:t>
            </a:r>
            <a:br>
              <a:rPr lang="en-US" dirty="0"/>
            </a:br>
            <a:r>
              <a:rPr lang="en-US" dirty="0"/>
              <a:t>Equalization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539595A-1638-F709-4517-C592CB58123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8557582" y="972749"/>
            <a:ext cx="3207845" cy="256497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0DA01-8CEE-2D67-D281-2959FAA68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113" y="608139"/>
            <a:ext cx="304131" cy="365125"/>
          </a:xfrm>
        </p:spPr>
        <p:txBody>
          <a:bodyPr/>
          <a:lstStyle/>
          <a:p>
            <a:fld id="{54797FC3-DC33-DA47-95F6-F7EB925D69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179E3-3DB7-6093-66E8-FA0C10F5E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A43E04-A282-5632-D13C-0289FC763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947" y="3648828"/>
            <a:ext cx="3245480" cy="25649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287BDA-189D-99E0-B54A-B680C9C3E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947" y="936692"/>
            <a:ext cx="3264297" cy="26370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A8EBE3-3D27-C87D-F344-24D728FF5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9947" y="3648828"/>
            <a:ext cx="3263399" cy="2637090"/>
          </a:xfrm>
          <a:prstGeom prst="rect">
            <a:avLst/>
          </a:prstGeom>
        </p:spPr>
      </p:pic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CA0F44B1-ABC2-4E8C-7CF7-9F992A15E715}"/>
              </a:ext>
            </a:extLst>
          </p:cNvPr>
          <p:cNvSpPr txBox="1">
            <a:spLocks/>
          </p:cNvSpPr>
          <p:nvPr/>
        </p:nvSpPr>
        <p:spPr>
          <a:xfrm>
            <a:off x="536359" y="3687109"/>
            <a:ext cx="7445268" cy="20031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589" indent="-228589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A0EE43A-C4BB-C362-7D56-DFCF60C8A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6" y="3865623"/>
            <a:ext cx="8369234" cy="182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1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9D1EA5-B4ED-92BA-EDED-DC8BCEEDE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716" y="1401847"/>
            <a:ext cx="3966630" cy="2015355"/>
          </a:xfrm>
        </p:spPr>
        <p:txBody>
          <a:bodyPr/>
          <a:lstStyle/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Convert to HSV color space.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Split HSV channels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Multiple S channel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C2D294-5387-9A43-0859-644D2B11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1" y="476722"/>
            <a:ext cx="8390663" cy="768545"/>
          </a:xfrm>
        </p:spPr>
        <p:txBody>
          <a:bodyPr>
            <a:normAutofit fontScale="90000"/>
          </a:bodyPr>
          <a:lstStyle/>
          <a:p>
            <a:r>
              <a:rPr lang="en-US" dirty="0"/>
              <a:t>Shadow and Saturation Enhancements (extra)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539595A-1638-F709-4517-C592CB58123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8567067" y="1008806"/>
            <a:ext cx="3207845" cy="256497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0DA01-8CEE-2D67-D281-2959FAA68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179E3-3DB7-6093-66E8-FA0C10F5E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A43E04-A282-5632-D13C-0289FC763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432" y="3684885"/>
            <a:ext cx="3245480" cy="2564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F5F7EB-F086-A355-B923-52402F1C1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430" y="983267"/>
            <a:ext cx="3245481" cy="26160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AAC15F-5C37-0D78-00BE-581F74B8A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430" y="3661025"/>
            <a:ext cx="3245482" cy="2600296"/>
          </a:xfrm>
          <a:prstGeom prst="rect">
            <a:avLst/>
          </a:prstGeom>
        </p:spPr>
      </p:pic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77330A5B-C5B1-8487-CA15-52AB08741973}"/>
              </a:ext>
            </a:extLst>
          </p:cNvPr>
          <p:cNvSpPr txBox="1">
            <a:spLocks/>
          </p:cNvSpPr>
          <p:nvPr/>
        </p:nvSpPr>
        <p:spPr>
          <a:xfrm>
            <a:off x="3909573" y="1418121"/>
            <a:ext cx="4372853" cy="20153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589" indent="-228589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374151"/>
                </a:solidFill>
                <a:latin typeface="Söhne"/>
              </a:rPr>
              <a:t>Calculate inverse Gamm</a:t>
            </a:r>
          </a:p>
          <a:p>
            <a:r>
              <a:rPr lang="en-US" sz="2000" dirty="0">
                <a:solidFill>
                  <a:srgbClr val="374151"/>
                </a:solidFill>
                <a:latin typeface="Söhne"/>
              </a:rPr>
              <a:t>Apply gamma correction to all pixels (lower more relative than higher pixels)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AFB5B6-6CC2-D6D6-3F22-C9E15203F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373" y="2615340"/>
            <a:ext cx="7084838" cy="37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9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9D1EA5-B4ED-92BA-EDED-DC8BCEEDE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59" y="1645670"/>
            <a:ext cx="7445268" cy="4351338"/>
          </a:xfrm>
        </p:spPr>
        <p:txBody>
          <a:bodyPr/>
          <a:lstStyle/>
          <a:p>
            <a:r>
              <a:rPr lang="en-US" dirty="0"/>
              <a:t>Apply Median Blur for noise removal.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C2D294-5387-9A43-0859-644D2B11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1" y="476722"/>
            <a:ext cx="10636464" cy="768545"/>
          </a:xfrm>
        </p:spPr>
        <p:txBody>
          <a:bodyPr>
            <a:normAutofit/>
          </a:bodyPr>
          <a:lstStyle/>
          <a:p>
            <a:r>
              <a:rPr lang="en-US" dirty="0"/>
              <a:t>Filtering Images with Median Blur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0DA01-8CEE-2D67-D281-2959FAA68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179E3-3DB7-6093-66E8-FA0C10F5E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D13869-F2C2-A571-9266-3F3AE2628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068" y="3664851"/>
            <a:ext cx="3250844" cy="25850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DD2EED-A129-A915-50BF-CD2648F05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367" y="926457"/>
            <a:ext cx="3250844" cy="26262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CC2361-3D42-1DA9-7310-B0FB92D39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59" y="3429000"/>
            <a:ext cx="6001742" cy="140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86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9D1EA5-B4ED-92BA-EDED-DC8BCEEDE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46" y="1445468"/>
            <a:ext cx="7445268" cy="1523925"/>
          </a:xfrm>
        </p:spPr>
        <p:txBody>
          <a:bodyPr/>
          <a:lstStyle/>
          <a:p>
            <a:r>
              <a:rPr lang="en-US" dirty="0"/>
              <a:t>Convert to HSV color space</a:t>
            </a:r>
          </a:p>
          <a:p>
            <a:r>
              <a:rPr lang="en-US" dirty="0"/>
              <a:t>Manipulate the color space of lower/higher reds</a:t>
            </a:r>
          </a:p>
          <a:p>
            <a:r>
              <a:rPr lang="en-US" dirty="0"/>
              <a:t>Define and apply masks for red color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C2D294-5387-9A43-0859-644D2B11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1" y="476722"/>
            <a:ext cx="8189185" cy="768545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Extraction - Emphasizing Redness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0DA01-8CEE-2D67-D281-2959FAA68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179E3-3DB7-6093-66E8-FA0C10F5E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E5F1152-D9CC-C309-4E4C-1BB5E9EE429A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8725546" y="953414"/>
            <a:ext cx="3181584" cy="2541426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FC9F5F-609E-59AC-3784-FEE072508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546" y="3655956"/>
            <a:ext cx="3161218" cy="25366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9123761-D5BE-93E6-01B8-9090F4192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59" y="3164964"/>
            <a:ext cx="6554099" cy="302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0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9D1EA5-B4ED-92BA-EDED-DC8BCEEDE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88" y="1313859"/>
            <a:ext cx="7829765" cy="1222308"/>
          </a:xfrm>
        </p:spPr>
        <p:txBody>
          <a:bodyPr>
            <a:normAutofit/>
          </a:bodyPr>
          <a:lstStyle/>
          <a:p>
            <a:r>
              <a:rPr lang="en-US" sz="2000" dirty="0"/>
              <a:t>Apply binary thresholding to segment the image.</a:t>
            </a:r>
          </a:p>
          <a:p>
            <a:r>
              <a:rPr lang="en-US" sz="2000" dirty="0"/>
              <a:t>Use morphological operations to enhance image structures.</a:t>
            </a:r>
          </a:p>
          <a:p>
            <a:r>
              <a:rPr lang="en-US" sz="2000" dirty="0"/>
              <a:t>Find and extract contours for object detection.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C2D294-5387-9A43-0859-644D2B11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1" y="476722"/>
            <a:ext cx="8049700" cy="768545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 Object Detection and Contour Finding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0DA01-8CEE-2D67-D281-2959FAA68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179E3-3DB7-6093-66E8-FA0C10F5E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8F6D4-179F-A2E3-3433-A11EE9150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348" y="935134"/>
            <a:ext cx="3193564" cy="2558699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2172E6C-1582-F7A7-AF8F-F10A838C4F45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8581347" y="3593533"/>
            <a:ext cx="3160771" cy="2545119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8D674C-F138-905E-E41B-17789E2B3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61" y="2518978"/>
            <a:ext cx="6935344" cy="37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50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02EDF3-24BA-1C03-051C-AC903E4F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F25E0-2155-CFEC-7EDC-C11CD7783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C46EC-639B-9B15-98BC-D069F57EAB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SCHOOL OF - to apply in all slides at the same time edit in Insert &gt; Header &amp; Footer</a:t>
            </a:r>
            <a:endParaRPr lang="en-GB" dirty="0"/>
          </a:p>
        </p:txBody>
      </p: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79FEAC43-0146-63C1-AD39-2884C7123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52" y="1245267"/>
            <a:ext cx="2535792" cy="2027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045A47-B2EE-26FD-8820-94195D39F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051" y="1274776"/>
            <a:ext cx="2565542" cy="202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A135A2-FAF4-9BC2-38E0-25E206144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60375"/>
            <a:ext cx="2535792" cy="20420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EF4EF9-5F51-B015-C170-432A1623F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199" y="1245267"/>
            <a:ext cx="2571812" cy="20564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1FAB22-0C7F-67C5-8C14-3DE1CF055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02" y="3585127"/>
            <a:ext cx="2565542" cy="2027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522F1E-4A79-D60E-02EB-53730859CD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051" y="3582960"/>
            <a:ext cx="2565542" cy="20441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48F9E3-EE74-1A12-36E0-13BA7CD7E4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1" y="3572851"/>
            <a:ext cx="2535792" cy="20398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7923C2-99FE-C970-EE2F-4637003CB3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4623" y="3572851"/>
            <a:ext cx="2580387" cy="207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05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6B51"/>
      </a:accent1>
      <a:accent2>
        <a:srgbClr val="285134"/>
      </a:accent2>
      <a:accent3>
        <a:srgbClr val="80BC00"/>
      </a:accent3>
      <a:accent4>
        <a:srgbClr val="FFD300"/>
      </a:accent4>
      <a:accent5>
        <a:srgbClr val="AA9767"/>
      </a:accent5>
      <a:accent6>
        <a:srgbClr val="80828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3BB49F95-585D-9644-93A3-8279204FB576}" vid="{84BAAEFA-59A4-4B47-A798-B4484E4061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A53BC84AB3ED40A7EA5CF8A159DAD7" ma:contentTypeVersion="12" ma:contentTypeDescription="Create a new document." ma:contentTypeScope="" ma:versionID="31c69d9fec468b60d31bcfbc5df61860">
  <xsd:schema xmlns:xsd="http://www.w3.org/2001/XMLSchema" xmlns:xs="http://www.w3.org/2001/XMLSchema" xmlns:p="http://schemas.microsoft.com/office/2006/metadata/properties" xmlns:ns3="14bd40d7-f4f9-490d-a712-1797ea2c00fe" xmlns:ns4="31265be2-28ba-445c-ba00-b9352204f5f2" targetNamespace="http://schemas.microsoft.com/office/2006/metadata/properties" ma:root="true" ma:fieldsID="ccaff3f031aa2698b8cf6c819e28515d" ns3:_="" ns4:_="">
    <xsd:import namespace="14bd40d7-f4f9-490d-a712-1797ea2c00fe"/>
    <xsd:import namespace="31265be2-28ba-445c-ba00-b9352204f5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bd40d7-f4f9-490d-a712-1797ea2c00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265be2-28ba-445c-ba00-b9352204f5f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6AF0CD-FB08-494F-9A72-4DA3EF25C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bd40d7-f4f9-490d-a712-1797ea2c00fe"/>
    <ds:schemaRef ds:uri="31265be2-28ba-445c-ba00-b9352204f5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F807ED-7DDC-4532-9A9E-520CF8C8D7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D250D3-582C-47D0-8DC6-28F97447553B}">
  <ds:schemaRefs>
    <ds:schemaRef ds:uri="http://www.w3.org/XML/1998/namespace"/>
    <ds:schemaRef ds:uri="http://schemas.microsoft.com/office/2006/metadata/properties"/>
    <ds:schemaRef ds:uri="14bd40d7-f4f9-490d-a712-1797ea2c00fe"/>
    <ds:schemaRef ds:uri="http://schemas.openxmlformats.org/package/2006/metadata/core-properties"/>
    <ds:schemaRef ds:uri="31265be2-28ba-445c-ba00-b9352204f5f2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widescreen-PPT</Template>
  <TotalTime>319</TotalTime>
  <Words>445</Words>
  <Application>Microsoft Macintosh PowerPoint</Application>
  <PresentationFormat>Widescreen</PresentationFormat>
  <Paragraphs>56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Proxima Nova Rg</vt:lpstr>
      <vt:lpstr>Arial</vt:lpstr>
      <vt:lpstr>Verdana</vt:lpstr>
      <vt:lpstr>Söhne</vt:lpstr>
      <vt:lpstr>Office Theme</vt:lpstr>
      <vt:lpstr>Road Sign Detection and Classification in diverse lightings</vt:lpstr>
      <vt:lpstr>Objectives</vt:lpstr>
      <vt:lpstr>Requirements</vt:lpstr>
      <vt:lpstr>Contrast enhancement: CLAHE Histogram  Equalization</vt:lpstr>
      <vt:lpstr>Shadow and Saturation Enhancements (extra)</vt:lpstr>
      <vt:lpstr>Filtering Images with Median Blur</vt:lpstr>
      <vt:lpstr>Feature Extraction - Emphasizing Redness</vt:lpstr>
      <vt:lpstr>Binary Object Detection and Contour Finding</vt:lpstr>
      <vt:lpstr>Another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Sign Detection and Classification in diverse lightings</dc:title>
  <dc:creator>Bilbeisi, Baraa K</dc:creator>
  <cp:lastModifiedBy>Bilbeisi, Baraa K</cp:lastModifiedBy>
  <cp:revision>3</cp:revision>
  <cp:lastPrinted>2019-04-15T23:31:51Z</cp:lastPrinted>
  <dcterms:created xsi:type="dcterms:W3CDTF">2023-12-05T00:13:12Z</dcterms:created>
  <dcterms:modified xsi:type="dcterms:W3CDTF">2026-09-29T01:01:59Z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0x010100C0A53BC84AB3ED40A7EA5CF8A159DAD7</vt:lpwstr>
  </property>
  <property fmtid="{D5CDD505-2E9C-101B-9397-08002B2CF9AE}" pid="3" name="MSIP_Label_ae7542bc-63e5-412b-b0a0-d9586028a7d0_Enabled">
    <vt:lpwstr>true</vt:lpwstr>
  </property>
  <property fmtid="{D5CDD505-2E9C-101B-9397-08002B2CF9AE}" pid="4" name="MSIP_Label_ae7542bc-63e5-412b-b0a0-d9586028a7d0_SetDate">
    <vt:lpwstr>2025-04-28T17:39:46Z</vt:lpwstr>
  </property>
  <property fmtid="{D5CDD505-2E9C-101B-9397-08002B2CF9AE}" pid="5" name="MSIP_Label_ae7542bc-63e5-412b-b0a0-d9586028a7d0_Method">
    <vt:lpwstr>Standard</vt:lpwstr>
  </property>
  <property fmtid="{D5CDD505-2E9C-101B-9397-08002B2CF9AE}" pid="6" name="MSIP_Label_ae7542bc-63e5-412b-b0a0-d9586028a7d0_Name">
    <vt:lpwstr>Sensitive</vt:lpwstr>
  </property>
  <property fmtid="{D5CDD505-2E9C-101B-9397-08002B2CF9AE}" pid="7" name="MSIP_Label_ae7542bc-63e5-412b-b0a0-d9586028a7d0_SiteId">
    <vt:lpwstr>d8999fe4-76af-40b3-b435-1d8977abc08c</vt:lpwstr>
  </property>
  <property fmtid="{D5CDD505-2E9C-101B-9397-08002B2CF9AE}" pid="8" name="MSIP_Label_ae7542bc-63e5-412b-b0a0-d9586028a7d0_ActionId">
    <vt:lpwstr>db0ac27a-d2f8-43ca-b5f4-ab22b8e46faf</vt:lpwstr>
  </property>
  <property fmtid="{D5CDD505-2E9C-101B-9397-08002B2CF9AE}" pid="9" name="MSIP_Label_ae7542bc-63e5-412b-b0a0-d9586028a7d0_ContentBits">
    <vt:lpwstr>0</vt:lpwstr>
  </property>
  <property fmtid="{D5CDD505-2E9C-101B-9397-08002B2CF9AE}" pid="10" name="MSIP_Label_ae7542bc-63e5-412b-b0a0-d9586028a7d0_Tag">
    <vt:lpwstr>10, 3, 0, 1</vt:lpwstr>
  </property>
</Properties>
</file>